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9" r:id="rId3"/>
    <p:sldId id="257" r:id="rId4"/>
    <p:sldId id="261" r:id="rId5"/>
    <p:sldId id="262" r:id="rId6"/>
    <p:sldId id="263" r:id="rId7"/>
    <p:sldId id="265" r:id="rId8"/>
    <p:sldId id="267" r:id="rId9"/>
    <p:sldId id="268" r:id="rId10"/>
    <p:sldId id="270" r:id="rId11"/>
    <p:sldId id="271" r:id="rId12"/>
    <p:sldId id="273" r:id="rId13"/>
    <p:sldId id="274" r:id="rId14"/>
    <p:sldId id="272" r:id="rId15"/>
    <p:sldId id="278" r:id="rId16"/>
    <p:sldId id="275" r:id="rId17"/>
    <p:sldId id="279" r:id="rId18"/>
    <p:sldId id="281" r:id="rId19"/>
    <p:sldId id="282" r:id="rId20"/>
    <p:sldId id="284" r:id="rId21"/>
    <p:sldId id="286" r:id="rId22"/>
    <p:sldId id="287" r:id="rId23"/>
    <p:sldId id="288" r:id="rId24"/>
    <p:sldId id="290" r:id="rId25"/>
    <p:sldId id="291" r:id="rId26"/>
    <p:sldId id="297" r:id="rId27"/>
    <p:sldId id="294" r:id="rId28"/>
    <p:sldId id="295" r:id="rId29"/>
    <p:sldId id="296" r:id="rId30"/>
    <p:sldId id="298" r:id="rId31"/>
    <p:sldId id="299" r:id="rId32"/>
    <p:sldId id="301" r:id="rId33"/>
    <p:sldId id="300" r:id="rId34"/>
    <p:sldId id="302" r:id="rId35"/>
    <p:sldId id="303" r:id="rId36"/>
    <p:sldId id="304" r:id="rId37"/>
    <p:sldId id="305" r:id="rId38"/>
    <p:sldId id="306" r:id="rId39"/>
    <p:sldId id="307" r:id="rId40"/>
    <p:sldId id="30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FDE"/>
    <a:srgbClr val="AF42EB"/>
    <a:srgbClr val="000000"/>
    <a:srgbClr val="C18E3C"/>
    <a:srgbClr val="EFEFEF"/>
    <a:srgbClr val="98620B"/>
    <a:srgbClr val="E5D099"/>
    <a:srgbClr val="A7302C"/>
    <a:srgbClr val="DBC78C"/>
    <a:srgbClr val="D3B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>
        <p:scale>
          <a:sx n="10" d="100"/>
          <a:sy n="10" d="100"/>
        </p:scale>
        <p:origin x="3294" y="178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9D5FE-5AC8-40DB-85D6-F8C8F28316D5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C8B86-830D-4F38-B357-F4729B4EE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8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C8B86-830D-4F38-B357-F4729B4EE1F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2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F5774-AB17-4F96-A866-066517050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A5A3E-EFCC-40B7-8275-552A752ED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9BB27-AF8E-4331-89E5-DBEDBD03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CDE2D-76C4-4ED1-9412-6A9A8AA0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B17E1-A94A-4829-AB5A-599DC5DC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0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5313-5C6A-49F6-A381-A6F18C42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D262-97FA-4917-AF12-296791B9D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8D282-6154-46DC-8EE7-5044DAB8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EEE8-3A60-49B1-BDB7-DCD088C3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EEB73-E88D-4C00-91DB-9799E2E8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3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3339-CF02-439D-946F-DE642ACF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92852-713D-4B98-B9CA-CCC6ADAA2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0BF5-C3BF-47F8-A07E-7ED641E3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4A9F-B607-411E-93AF-23A26C40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A7D8-2E78-4DA7-8505-D3FF44E9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7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C2A3-4C96-4133-87FF-BB2A97C4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6F03-3BCB-4E3C-8A93-2A6EA4ABD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4C673-9DE1-464B-B0B4-DFA0EB96A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52EE-3568-4A29-B3A2-DEEF9968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E37F1-3C72-45F7-A8E0-2D702EFAA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36D2-B9B3-40B0-B2D0-287945DB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0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A9E8-DD6D-4154-8F86-E7BBB6A2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C87B3-6D4E-444C-B37B-075688765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9DC26-8FA6-49B6-90F6-562B67ADE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9253E-806E-4898-86A2-A543178DBA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39883-A2B6-42CA-BDBE-41F72C481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730F3-7F38-4504-B13F-26EB7F02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00385-381C-4F3B-AA08-838FE6E2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4D1CCC-45C5-4DA7-907D-3C527411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2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8C25-6C87-4A6F-BFBD-FF4FCD9E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3D32E-DBE0-4FB2-BAAF-330EA803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540B5-46B3-4180-A848-ACCEC759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D8CD6-8863-4C78-AC9B-636DF382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A7239-7940-44E1-83EE-D1DABAEB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A5688-CE83-4E85-9284-5022CB96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507D0-27CA-450A-A3B6-3FCEA566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3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A8A-169D-4B41-BB80-60708DAE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AA365-CF3E-4AE0-9EA3-DBC218549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D7C05-7134-411E-9913-F5228893A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2DC31-F914-4DFB-9B4F-FAF07322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C349D-E5BB-4454-870D-4C692FB5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948D5-1BD3-4F9F-9FC5-ADC36281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7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D930-3810-4013-A3CB-4DB6529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D485F-5146-4D72-A641-91B9890D4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02818-DCFC-4AB0-86DE-9A8F8C1C3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A6EC7-7DDC-46B0-A2E3-6F1EE075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F6431-C513-46AB-A836-D805C01F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0DC6-2A71-4BDA-B418-831751B5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5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7F76-3694-4AC7-BA60-6B7A8779B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ADD2B-BE42-4839-B6E9-A7C499C85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26B92-2A0D-44E9-AFAF-7CAEA634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99787-EC1B-4AC9-AD3F-E37F1C04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D509-F62E-4097-A719-FFA5E768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1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C0E03-1A2E-4455-8E80-726B35DBC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14795-DEDA-407C-853A-2F3DB5EC0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CDDC-AC31-4578-A5DE-B53D419C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BB9DE-D6FB-44DF-A8A3-898CD35E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D9FAA-F350-44AF-80B0-446186B1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2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352CC-0CF1-40BE-9B2F-93853BF6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CA712-6751-4973-A8B2-250E7367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59C95-7BAD-4215-B57F-C9F6C71B3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6BCB8-9DC4-44D5-B77D-BD686FDC30B4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6348F-E5AA-4F68-A5A7-163F72A97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50A7-9284-49D1-84EE-B3F962921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637E1-D56F-4CDC-8941-0D813979C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4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7.wdp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7.wdp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FEA9E0EB-D35F-4FFD-BC49-7B351A7780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72887"/>
      </p:ext>
    </p:extLst>
  </p:cSld>
  <p:clrMapOvr>
    <a:masterClrMapping/>
  </p:clrMapOvr>
  <p:transition spd="slow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316CA040-9171-4080-8ED6-559EE710B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86"/>
            <a:ext cx="12191999" cy="68193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D51F4C-811D-4C2B-91A5-52D18E7BB292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88580"/>
      </p:ext>
    </p:extLst>
  </p:cSld>
  <p:clrMapOvr>
    <a:masterClrMapping/>
  </p:clrMapOvr>
  <p:transition spd="slow" advClick="0" advTm="0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41680A0-50AB-4E45-8656-81369AA4FB7A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098D4"/>
          </a:solidFill>
          <a:ln>
            <a:solidFill>
              <a:srgbClr val="009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62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2D03E0-55C6-4183-A532-A98B7D481712}"/>
              </a:ext>
            </a:extLst>
          </p:cNvPr>
          <p:cNvSpPr/>
          <p:nvPr/>
        </p:nvSpPr>
        <p:spPr>
          <a:xfrm>
            <a:off x="-381000" y="0"/>
            <a:ext cx="12573000" cy="2438400"/>
          </a:xfrm>
          <a:prstGeom prst="rect">
            <a:avLst/>
          </a:prstGeom>
          <a:solidFill>
            <a:srgbClr val="0098D4"/>
          </a:solidFill>
          <a:ln>
            <a:solidFill>
              <a:srgbClr val="009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EE70A-D2EA-4BC2-A56C-7F1610EF000D}"/>
              </a:ext>
            </a:extLst>
          </p:cNvPr>
          <p:cNvSpPr/>
          <p:nvPr/>
        </p:nvSpPr>
        <p:spPr>
          <a:xfrm>
            <a:off x="0" y="4262511"/>
            <a:ext cx="12188952" cy="2594207"/>
          </a:xfrm>
          <a:prstGeom prst="rect">
            <a:avLst/>
          </a:prstGeom>
          <a:solidFill>
            <a:srgbClr val="6AB747"/>
          </a:solidFill>
          <a:ln>
            <a:solidFill>
              <a:srgbClr val="6AB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22D60C68-8698-45F7-BA06-B3B3A9706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465" y="174170"/>
            <a:ext cx="7431315" cy="50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33564"/>
      </p:ext>
    </p:extLst>
  </p:cSld>
  <p:clrMapOvr>
    <a:masterClrMapping/>
  </p:clrMapOvr>
  <p:transition spd="slow" advClick="0" advTm="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CB339B-5E8F-41AA-97E7-8C3B38A49570}"/>
              </a:ext>
            </a:extLst>
          </p:cNvPr>
          <p:cNvSpPr/>
          <p:nvPr/>
        </p:nvSpPr>
        <p:spPr>
          <a:xfrm>
            <a:off x="-381000" y="0"/>
            <a:ext cx="12573000" cy="2438400"/>
          </a:xfrm>
          <a:prstGeom prst="rect">
            <a:avLst/>
          </a:prstGeom>
          <a:solidFill>
            <a:srgbClr val="1999FE"/>
          </a:solidFill>
          <a:ln>
            <a:solidFill>
              <a:srgbClr val="1999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7E12A5-F36C-4FC5-9E7C-2DA1956107E8}"/>
              </a:ext>
            </a:extLst>
          </p:cNvPr>
          <p:cNvSpPr/>
          <p:nvPr/>
        </p:nvSpPr>
        <p:spPr>
          <a:xfrm>
            <a:off x="0" y="4262511"/>
            <a:ext cx="12188952" cy="2594207"/>
          </a:xfrm>
          <a:prstGeom prst="rect">
            <a:avLst/>
          </a:prstGeom>
          <a:solidFill>
            <a:srgbClr val="6AB747"/>
          </a:solidFill>
          <a:ln>
            <a:solidFill>
              <a:srgbClr val="6AB7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FBB0968-1D58-4BC0-BE3A-3E54A4882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799" y="174170"/>
            <a:ext cx="7431315" cy="50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44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A624C6-A332-45A1-98B0-BC0AD1773956}"/>
              </a:ext>
            </a:extLst>
          </p:cNvPr>
          <p:cNvSpPr/>
          <p:nvPr/>
        </p:nvSpPr>
        <p:spPr>
          <a:xfrm>
            <a:off x="-381000" y="-1"/>
            <a:ext cx="12573000" cy="2409825"/>
          </a:xfrm>
          <a:prstGeom prst="rect">
            <a:avLst/>
          </a:prstGeom>
          <a:solidFill>
            <a:srgbClr val="134877"/>
          </a:solidFill>
          <a:ln>
            <a:solidFill>
              <a:srgbClr val="0F49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6F386-6DF5-4EF7-9763-0D16A3BE1D4B}"/>
              </a:ext>
            </a:extLst>
          </p:cNvPr>
          <p:cNvSpPr/>
          <p:nvPr/>
        </p:nvSpPr>
        <p:spPr>
          <a:xfrm>
            <a:off x="0" y="4857750"/>
            <a:ext cx="12188952" cy="1998968"/>
          </a:xfrm>
          <a:prstGeom prst="rect">
            <a:avLst/>
          </a:prstGeom>
          <a:solidFill>
            <a:srgbClr val="255D12"/>
          </a:solidFill>
          <a:ln>
            <a:solidFill>
              <a:srgbClr val="255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B98F8FE5-1F67-49FB-B2F0-D3507F3F1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8501" y="269420"/>
            <a:ext cx="7431315" cy="5007429"/>
          </a:xfrm>
          <a:prstGeom prst="rect">
            <a:avLst/>
          </a:prstGeom>
        </p:spPr>
      </p:pic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79E68080-5EB0-4203-A56B-3A287FFC6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00695">
            <a:off x="10934700" y="-1"/>
            <a:ext cx="12212274" cy="732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15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7FEA4F8B-D544-47F3-A17C-D87F9FD62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2274" cy="73273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00FCD4-8C88-49E2-8111-C438CBA9876A}"/>
              </a:ext>
            </a:extLst>
          </p:cNvPr>
          <p:cNvSpPr/>
          <p:nvPr/>
        </p:nvSpPr>
        <p:spPr>
          <a:xfrm>
            <a:off x="-381000" y="-1"/>
            <a:ext cx="12573000" cy="2409825"/>
          </a:xfrm>
          <a:prstGeom prst="rect">
            <a:avLst/>
          </a:prstGeom>
          <a:solidFill>
            <a:srgbClr val="134877"/>
          </a:solidFill>
          <a:ln>
            <a:solidFill>
              <a:srgbClr val="0F49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64688-C7D1-4823-B95A-49C1155A52BE}"/>
              </a:ext>
            </a:extLst>
          </p:cNvPr>
          <p:cNvSpPr/>
          <p:nvPr/>
        </p:nvSpPr>
        <p:spPr>
          <a:xfrm>
            <a:off x="-1866900" y="4857750"/>
            <a:ext cx="14055852" cy="1998968"/>
          </a:xfrm>
          <a:prstGeom prst="rect">
            <a:avLst/>
          </a:prstGeom>
          <a:solidFill>
            <a:srgbClr val="255D12"/>
          </a:solidFill>
          <a:ln>
            <a:solidFill>
              <a:srgbClr val="255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73D53557-3BC0-44B3-914A-9CA8C265C42C}"/>
              </a:ext>
            </a:extLst>
          </p:cNvPr>
          <p:cNvSpPr/>
          <p:nvPr/>
        </p:nvSpPr>
        <p:spPr>
          <a:xfrm rot="20532334">
            <a:off x="779691" y="2562075"/>
            <a:ext cx="1600200" cy="1619250"/>
          </a:xfrm>
          <a:prstGeom prst="star5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7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622798AF-EB4C-46A1-B341-8EA2D56D9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0637" y="4567238"/>
            <a:ext cx="12212274" cy="73273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65E59A-BB05-4F8A-9A10-C40C181DDADB}"/>
              </a:ext>
            </a:extLst>
          </p:cNvPr>
          <p:cNvSpPr/>
          <p:nvPr/>
        </p:nvSpPr>
        <p:spPr>
          <a:xfrm>
            <a:off x="-1863852" y="4568520"/>
            <a:ext cx="14055852" cy="2289480"/>
          </a:xfrm>
          <a:prstGeom prst="rect">
            <a:avLst/>
          </a:prstGeom>
          <a:solidFill>
            <a:srgbClr val="BB2A2A"/>
          </a:solidFill>
          <a:ln>
            <a:solidFill>
              <a:srgbClr val="BB2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88430-D240-42AE-8F54-054805FD89B6}"/>
              </a:ext>
            </a:extLst>
          </p:cNvPr>
          <p:cNvSpPr/>
          <p:nvPr/>
        </p:nvSpPr>
        <p:spPr>
          <a:xfrm>
            <a:off x="-381000" y="-1"/>
            <a:ext cx="12573000" cy="2644727"/>
          </a:xfrm>
          <a:prstGeom prst="rect">
            <a:avLst/>
          </a:prstGeom>
          <a:solidFill>
            <a:srgbClr val="072677"/>
          </a:solidFill>
          <a:ln>
            <a:solidFill>
              <a:srgbClr val="0726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2CC9A79E-795E-4B23-B258-699EF4C0E59A}"/>
              </a:ext>
            </a:extLst>
          </p:cNvPr>
          <p:cNvSpPr/>
          <p:nvPr/>
        </p:nvSpPr>
        <p:spPr>
          <a:xfrm>
            <a:off x="866776" y="333375"/>
            <a:ext cx="1600200" cy="1619250"/>
          </a:xfrm>
          <a:prstGeom prst="star5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6DA5833-2188-41C7-959F-959DABDF4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-2437174" y="3174576"/>
            <a:ext cx="1332274" cy="68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65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D38001-FA4C-476C-A17E-B4C584C776A9}"/>
              </a:ext>
            </a:extLst>
          </p:cNvPr>
          <p:cNvSpPr/>
          <p:nvPr/>
        </p:nvSpPr>
        <p:spPr>
          <a:xfrm>
            <a:off x="-190500" y="0"/>
            <a:ext cx="12573000" cy="1611087"/>
          </a:xfrm>
          <a:prstGeom prst="rect">
            <a:avLst/>
          </a:prstGeom>
          <a:solidFill>
            <a:srgbClr val="0FDF06"/>
          </a:solidFill>
          <a:ln>
            <a:solidFill>
              <a:srgbClr val="0FDF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B924F-F480-4D73-8D38-DDE2DE9F7ADB}"/>
              </a:ext>
            </a:extLst>
          </p:cNvPr>
          <p:cNvSpPr/>
          <p:nvPr/>
        </p:nvSpPr>
        <p:spPr>
          <a:xfrm>
            <a:off x="-1863852" y="4775200"/>
            <a:ext cx="14055852" cy="2082799"/>
          </a:xfrm>
          <a:prstGeom prst="rect">
            <a:avLst/>
          </a:prstGeom>
          <a:solidFill>
            <a:srgbClr val="1B237E"/>
          </a:solidFill>
          <a:ln>
            <a:solidFill>
              <a:srgbClr val="1B23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423C9D30-D94B-4F37-B0B7-0088DB190411}"/>
              </a:ext>
            </a:extLst>
          </p:cNvPr>
          <p:cNvSpPr/>
          <p:nvPr/>
        </p:nvSpPr>
        <p:spPr>
          <a:xfrm>
            <a:off x="4876800" y="1911350"/>
            <a:ext cx="2203450" cy="2152650"/>
          </a:xfrm>
          <a:prstGeom prst="star5">
            <a:avLst/>
          </a:prstGeom>
          <a:solidFill>
            <a:srgbClr val="21FFDB"/>
          </a:solidFill>
          <a:ln>
            <a:solidFill>
              <a:srgbClr val="3DFFE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8A8A8DE2-867F-4441-8A17-9F548B63E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78" y="2737683"/>
            <a:ext cx="1196293" cy="61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5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3C54762-94A3-43F9-8BBB-CCCACCF7B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67971" y="3055183"/>
            <a:ext cx="350819" cy="179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6BF17D-0BC3-40C9-ABFF-38C4D816E7B3}"/>
              </a:ext>
            </a:extLst>
          </p:cNvPr>
          <p:cNvSpPr/>
          <p:nvPr/>
        </p:nvSpPr>
        <p:spPr>
          <a:xfrm>
            <a:off x="-1863852" y="4542972"/>
            <a:ext cx="14055852" cy="2315028"/>
          </a:xfrm>
          <a:prstGeom prst="rect">
            <a:avLst/>
          </a:prstGeom>
          <a:solidFill>
            <a:srgbClr val="EF8A3D"/>
          </a:solidFill>
          <a:ln>
            <a:solidFill>
              <a:srgbClr val="ED8A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F585A-F6F1-43F2-A20C-DDDD36B54177}"/>
              </a:ext>
            </a:extLst>
          </p:cNvPr>
          <p:cNvSpPr/>
          <p:nvPr/>
        </p:nvSpPr>
        <p:spPr>
          <a:xfrm>
            <a:off x="-190500" y="0"/>
            <a:ext cx="12573000" cy="1955409"/>
          </a:xfrm>
          <a:prstGeom prst="rect">
            <a:avLst/>
          </a:prstGeom>
          <a:solidFill>
            <a:srgbClr val="E15B8D"/>
          </a:solidFill>
          <a:ln>
            <a:solidFill>
              <a:srgbClr val="DC5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2C7C30C4-010B-4F77-8EA3-AA6CE52C9AC4}"/>
              </a:ext>
            </a:extLst>
          </p:cNvPr>
          <p:cNvSpPr/>
          <p:nvPr/>
        </p:nvSpPr>
        <p:spPr>
          <a:xfrm>
            <a:off x="5114925" y="2348699"/>
            <a:ext cx="1962150" cy="1799701"/>
          </a:xfrm>
          <a:prstGeom prst="star5">
            <a:avLst/>
          </a:prstGeom>
          <a:solidFill>
            <a:srgbClr val="60B35B"/>
          </a:solidFill>
          <a:ln>
            <a:solidFill>
              <a:srgbClr val="60B35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Shape&#10;&#10;Description automatically generated">
            <a:extLst>
              <a:ext uri="{FF2B5EF4-FFF2-40B4-BE49-F238E27FC236}">
                <a16:creationId xmlns:a16="http://schemas.microsoft.com/office/drawing/2014/main" id="{53F04C95-4FDF-431F-A451-14F99C88A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1109">
            <a:off x="-2747502" y="2909726"/>
            <a:ext cx="758648" cy="103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5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FBC8C1-262C-470B-99AD-59C80F20514B}"/>
              </a:ext>
            </a:extLst>
          </p:cNvPr>
          <p:cNvSpPr/>
          <p:nvPr/>
        </p:nvSpPr>
        <p:spPr>
          <a:xfrm>
            <a:off x="-190500" y="0"/>
            <a:ext cx="12573000" cy="2293257"/>
          </a:xfrm>
          <a:prstGeom prst="rect">
            <a:avLst/>
          </a:prstGeom>
          <a:solidFill>
            <a:srgbClr val="F00205"/>
          </a:solidFill>
          <a:ln>
            <a:solidFill>
              <a:srgbClr val="F002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BA9C9-ECA1-4A8E-B822-0E786AF89BC6}"/>
              </a:ext>
            </a:extLst>
          </p:cNvPr>
          <p:cNvSpPr/>
          <p:nvPr/>
        </p:nvSpPr>
        <p:spPr>
          <a:xfrm>
            <a:off x="-1863852" y="4564743"/>
            <a:ext cx="14055852" cy="2293257"/>
          </a:xfrm>
          <a:prstGeom prst="rect">
            <a:avLst/>
          </a:prstGeom>
          <a:solidFill>
            <a:srgbClr val="181797"/>
          </a:solidFill>
          <a:ln>
            <a:solidFill>
              <a:srgbClr val="1817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7AEDF12D-A2FD-4FFD-82AD-20A419011239}"/>
              </a:ext>
            </a:extLst>
          </p:cNvPr>
          <p:cNvSpPr/>
          <p:nvPr/>
        </p:nvSpPr>
        <p:spPr>
          <a:xfrm rot="19905705">
            <a:off x="5120364" y="3122265"/>
            <a:ext cx="818990" cy="788370"/>
          </a:xfrm>
          <a:prstGeom prst="star5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B1F6975D-F3A7-4030-A357-F5F2C82AE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344" y="885371"/>
            <a:ext cx="3251200" cy="4450714"/>
          </a:xfrm>
          <a:prstGeom prst="rect">
            <a:avLst/>
          </a:prstGeom>
        </p:spPr>
      </p:pic>
      <p:pic>
        <p:nvPicPr>
          <p:cNvPr id="8" name="Picture 7" descr="Shape, arrow&#10;&#10;Description automatically generated">
            <a:extLst>
              <a:ext uri="{FF2B5EF4-FFF2-40B4-BE49-F238E27FC236}">
                <a16:creationId xmlns:a16="http://schemas.microsoft.com/office/drawing/2014/main" id="{3CBD2E9D-C173-480A-B6D2-D65B5EDD3D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" t="862" r="52032" b="-862"/>
          <a:stretch/>
        </p:blipFill>
        <p:spPr>
          <a:xfrm>
            <a:off x="-7626794" y="-60607"/>
            <a:ext cx="5849874" cy="715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88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A26BE1-2C93-4912-A565-A36B7D337B2B}"/>
              </a:ext>
            </a:extLst>
          </p:cNvPr>
          <p:cNvSpPr/>
          <p:nvPr/>
        </p:nvSpPr>
        <p:spPr>
          <a:xfrm>
            <a:off x="-2171700" y="1"/>
            <a:ext cx="14362176" cy="2235200"/>
          </a:xfrm>
          <a:prstGeom prst="rect">
            <a:avLst/>
          </a:prstGeom>
          <a:solidFill>
            <a:srgbClr val="F00205"/>
          </a:solidFill>
          <a:ln>
            <a:solidFill>
              <a:srgbClr val="F002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C27065-D683-46BE-B0D6-20CDEAC651B4}"/>
              </a:ext>
            </a:extLst>
          </p:cNvPr>
          <p:cNvSpPr/>
          <p:nvPr/>
        </p:nvSpPr>
        <p:spPr>
          <a:xfrm>
            <a:off x="-1863852" y="4746171"/>
            <a:ext cx="14054328" cy="2111829"/>
          </a:xfrm>
          <a:prstGeom prst="rect">
            <a:avLst/>
          </a:prstGeom>
          <a:solidFill>
            <a:srgbClr val="FFCB21"/>
          </a:solidFill>
          <a:ln>
            <a:solidFill>
              <a:srgbClr val="FFCB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B9C9987D-370C-4E22-84A3-0DCB78BC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390953">
            <a:off x="13539936" y="2736290"/>
            <a:ext cx="1411970" cy="1932909"/>
          </a:xfrm>
          <a:prstGeom prst="rect">
            <a:avLst/>
          </a:prstGeom>
        </p:spPr>
      </p:pic>
      <p:pic>
        <p:nvPicPr>
          <p:cNvPr id="3" name="Picture 2" descr="Shape, arrow&#10;&#10;Description automatically generated">
            <a:extLst>
              <a:ext uri="{FF2B5EF4-FFF2-40B4-BE49-F238E27FC236}">
                <a16:creationId xmlns:a16="http://schemas.microsoft.com/office/drawing/2014/main" id="{C8DE8D02-A4D7-436E-9C66-A154477D92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" t="862" r="52032" b="-862"/>
          <a:stretch/>
        </p:blipFill>
        <p:spPr>
          <a:xfrm>
            <a:off x="0" y="-19050"/>
            <a:ext cx="5849874" cy="71541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7DDD05-A675-41CF-B5F9-848215E49F9F}"/>
              </a:ext>
            </a:extLst>
          </p:cNvPr>
          <p:cNvSpPr/>
          <p:nvPr/>
        </p:nvSpPr>
        <p:spPr>
          <a:xfrm>
            <a:off x="0" y="-3238500"/>
            <a:ext cx="14054328" cy="3238500"/>
          </a:xfrm>
          <a:prstGeom prst="rect">
            <a:avLst/>
          </a:prstGeom>
          <a:solidFill>
            <a:srgbClr val="E9792B"/>
          </a:solidFill>
          <a:ln>
            <a:solidFill>
              <a:srgbClr val="E97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4FF7990-B5EE-4534-BC04-988B921F8572}"/>
              </a:ext>
            </a:extLst>
          </p:cNvPr>
          <p:cNvSpPr/>
          <p:nvPr/>
        </p:nvSpPr>
        <p:spPr>
          <a:xfrm rot="5400000">
            <a:off x="-9712747" y="248879"/>
            <a:ext cx="7122242" cy="6096000"/>
          </a:xfrm>
          <a:prstGeom prst="triangle">
            <a:avLst>
              <a:gd name="adj" fmla="val 495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54BB42-53BF-421D-90AC-33008B7231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368065">
            <a:off x="-16444051" y="2752527"/>
            <a:ext cx="1807643" cy="1610957"/>
          </a:xfrm>
          <a:prstGeom prst="rect">
            <a:avLst/>
          </a:prstGeom>
        </p:spPr>
      </p:pic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2FFB3B4-0C2A-4ED7-AEB3-9CEF94DBC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72333" flipH="1" flipV="1">
            <a:off x="-16466849" y="2768620"/>
            <a:ext cx="420469" cy="37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94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0A80A7-4C93-4B82-9A79-78C008E14F4B}"/>
              </a:ext>
            </a:extLst>
          </p:cNvPr>
          <p:cNvSpPr/>
          <p:nvPr/>
        </p:nvSpPr>
        <p:spPr>
          <a:xfrm>
            <a:off x="-2170176" y="2305050"/>
            <a:ext cx="14362176" cy="2279650"/>
          </a:xfrm>
          <a:prstGeom prst="rect">
            <a:avLst/>
          </a:prstGeom>
          <a:solidFill>
            <a:srgbClr val="CA1429"/>
          </a:solidFill>
          <a:ln>
            <a:solidFill>
              <a:srgbClr val="CA14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520B55-0756-4FF9-80D7-BC62C9D1DBF2}"/>
              </a:ext>
            </a:extLst>
          </p:cNvPr>
          <p:cNvSpPr/>
          <p:nvPr/>
        </p:nvSpPr>
        <p:spPr>
          <a:xfrm>
            <a:off x="-1863852" y="4578351"/>
            <a:ext cx="14054328" cy="2279649"/>
          </a:xfrm>
          <a:prstGeom prst="rect">
            <a:avLst/>
          </a:prstGeom>
          <a:solidFill>
            <a:srgbClr val="E9792B"/>
          </a:solidFill>
          <a:ln>
            <a:solidFill>
              <a:srgbClr val="E97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DAD17-D018-4172-ADFE-E63341D1F457}"/>
              </a:ext>
            </a:extLst>
          </p:cNvPr>
          <p:cNvSpPr/>
          <p:nvPr/>
        </p:nvSpPr>
        <p:spPr>
          <a:xfrm>
            <a:off x="-133350" y="-933450"/>
            <a:ext cx="14054328" cy="3238500"/>
          </a:xfrm>
          <a:prstGeom prst="rect">
            <a:avLst/>
          </a:prstGeom>
          <a:solidFill>
            <a:srgbClr val="E9792B"/>
          </a:solidFill>
          <a:ln>
            <a:solidFill>
              <a:srgbClr val="E97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hape, arrow&#10;&#10;Description automatically generated">
            <a:extLst>
              <a:ext uri="{FF2B5EF4-FFF2-40B4-BE49-F238E27FC236}">
                <a16:creationId xmlns:a16="http://schemas.microsoft.com/office/drawing/2014/main" id="{C5C63EAF-41F1-44FA-A0D1-09E373BF61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" t="862" r="52032" b="-862"/>
          <a:stretch/>
        </p:blipFill>
        <p:spPr>
          <a:xfrm flipH="1">
            <a:off x="-23583900" y="5905500"/>
            <a:ext cx="5410200" cy="1362913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7228097-0162-4031-86B1-384D8A2DAD38}"/>
              </a:ext>
            </a:extLst>
          </p:cNvPr>
          <p:cNvSpPr/>
          <p:nvPr/>
        </p:nvSpPr>
        <p:spPr>
          <a:xfrm rot="5400000">
            <a:off x="-513884" y="387626"/>
            <a:ext cx="7122242" cy="6096000"/>
          </a:xfrm>
          <a:prstGeom prst="triangle">
            <a:avLst>
              <a:gd name="adj" fmla="val 495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F0228EA2-142C-49DD-A2F4-3AEEA76B1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790699"/>
            <a:ext cx="3676650" cy="3276601"/>
          </a:xfrm>
          <a:prstGeom prst="rect">
            <a:avLst/>
          </a:prstGeom>
        </p:spPr>
      </p:pic>
      <p:pic>
        <p:nvPicPr>
          <p:cNvPr id="11" name="Picture 10" descr="Chart, icon, sunburst chart&#10;&#10;Description automatically generated">
            <a:extLst>
              <a:ext uri="{FF2B5EF4-FFF2-40B4-BE49-F238E27FC236}">
                <a16:creationId xmlns:a16="http://schemas.microsoft.com/office/drawing/2014/main" id="{2C0FBFD4-BB97-4659-8ADA-B227168A830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92263">
            <a:off x="1375924" y="2769900"/>
            <a:ext cx="1458202" cy="131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972FA2F-AF0C-45B1-B8F4-1A2FBDAB8252}"/>
              </a:ext>
            </a:extLst>
          </p:cNvPr>
          <p:cNvSpPr/>
          <p:nvPr/>
        </p:nvSpPr>
        <p:spPr>
          <a:xfrm rot="14860813">
            <a:off x="2971710" y="3125012"/>
            <a:ext cx="679020" cy="639726"/>
          </a:xfrm>
          <a:prstGeom prst="star5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93265E4C-E2EF-48BC-A3E8-B1A186B7D110}"/>
              </a:ext>
            </a:extLst>
          </p:cNvPr>
          <p:cNvSpPr/>
          <p:nvPr/>
        </p:nvSpPr>
        <p:spPr>
          <a:xfrm rot="16699110">
            <a:off x="1411946" y="2135311"/>
            <a:ext cx="673108" cy="622214"/>
          </a:xfrm>
          <a:prstGeom prst="star5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455E936C-C523-4915-9DE8-9D133C981710}"/>
              </a:ext>
            </a:extLst>
          </p:cNvPr>
          <p:cNvSpPr/>
          <p:nvPr/>
        </p:nvSpPr>
        <p:spPr>
          <a:xfrm rot="12825909">
            <a:off x="1315776" y="3693241"/>
            <a:ext cx="673108" cy="622214"/>
          </a:xfrm>
          <a:prstGeom prst="star5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38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CAD87-564C-4325-987E-6EE699642A83}"/>
              </a:ext>
            </a:extLst>
          </p:cNvPr>
          <p:cNvSpPr/>
          <p:nvPr/>
        </p:nvSpPr>
        <p:spPr>
          <a:xfrm>
            <a:off x="-2171700" y="3429000"/>
            <a:ext cx="14362176" cy="3427718"/>
          </a:xfrm>
          <a:prstGeom prst="rect">
            <a:avLst/>
          </a:prstGeom>
          <a:solidFill>
            <a:srgbClr val="CE2029"/>
          </a:solidFill>
          <a:ln>
            <a:solidFill>
              <a:srgbClr val="CE2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826FE7-72FE-4119-B3C5-549A5308D13B}"/>
              </a:ext>
            </a:extLst>
          </p:cNvPr>
          <p:cNvSpPr/>
          <p:nvPr/>
        </p:nvSpPr>
        <p:spPr>
          <a:xfrm>
            <a:off x="-1863852" y="6858000"/>
            <a:ext cx="14054328" cy="2279649"/>
          </a:xfrm>
          <a:prstGeom prst="rect">
            <a:avLst/>
          </a:prstGeom>
          <a:solidFill>
            <a:srgbClr val="E9792B"/>
          </a:solidFill>
          <a:ln>
            <a:solidFill>
              <a:srgbClr val="E97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65804-B915-48E7-ACC4-A7F867BE9096}"/>
              </a:ext>
            </a:extLst>
          </p:cNvPr>
          <p:cNvSpPr/>
          <p:nvPr/>
        </p:nvSpPr>
        <p:spPr>
          <a:xfrm>
            <a:off x="-133350" y="-91032"/>
            <a:ext cx="12325350" cy="3518750"/>
          </a:xfrm>
          <a:prstGeom prst="rect">
            <a:avLst/>
          </a:prstGeom>
          <a:solidFill>
            <a:srgbClr val="1E419C"/>
          </a:solidFill>
          <a:ln>
            <a:solidFill>
              <a:srgbClr val="1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9CDC12E-FE6B-42D9-95BB-F818573941CB}"/>
              </a:ext>
            </a:extLst>
          </p:cNvPr>
          <p:cNvSpPr/>
          <p:nvPr/>
        </p:nvSpPr>
        <p:spPr>
          <a:xfrm rot="5400000">
            <a:off x="-495042" y="494278"/>
            <a:ext cx="6856720" cy="5868164"/>
          </a:xfrm>
          <a:prstGeom prst="triangle">
            <a:avLst>
              <a:gd name="adj" fmla="val 4956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58E7003B-8B34-4057-80DE-AE7D574BF2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86818">
            <a:off x="1007421" y="2637244"/>
            <a:ext cx="1929658" cy="1719696"/>
          </a:xfrm>
          <a:prstGeom prst="rect">
            <a:avLst/>
          </a:prstGeom>
        </p:spPr>
      </p:pic>
      <p:pic>
        <p:nvPicPr>
          <p:cNvPr id="8" name="Picture 7" descr="Chart, icon, sunburst chart&#10;&#10;Description automatically generated">
            <a:extLst>
              <a:ext uri="{FF2B5EF4-FFF2-40B4-BE49-F238E27FC236}">
                <a16:creationId xmlns:a16="http://schemas.microsoft.com/office/drawing/2014/main" id="{EC1C0372-87A5-48F2-8B9D-5D2DD25D3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14" y="1804923"/>
            <a:ext cx="3677436" cy="3324354"/>
          </a:xfrm>
          <a:prstGeom prst="rect">
            <a:avLst/>
          </a:prstGeom>
        </p:spPr>
      </p:pic>
      <p:sp>
        <p:nvSpPr>
          <p:cNvPr id="9" name="Star: 5 Points 8">
            <a:extLst>
              <a:ext uri="{FF2B5EF4-FFF2-40B4-BE49-F238E27FC236}">
                <a16:creationId xmlns:a16="http://schemas.microsoft.com/office/drawing/2014/main" id="{EC5A9B1C-93CF-4626-9C9E-013D21AF2941}"/>
              </a:ext>
            </a:extLst>
          </p:cNvPr>
          <p:cNvSpPr/>
          <p:nvPr/>
        </p:nvSpPr>
        <p:spPr>
          <a:xfrm rot="965116">
            <a:off x="4376576" y="3062980"/>
            <a:ext cx="679020" cy="639726"/>
          </a:xfrm>
          <a:prstGeom prst="star5">
            <a:avLst/>
          </a:prstGeom>
          <a:solidFill>
            <a:srgbClr val="FED21A"/>
          </a:solidFill>
          <a:ln>
            <a:solidFill>
              <a:srgbClr val="FED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0023919A-F3D4-4B80-9F3D-4432F09ADCEA}"/>
              </a:ext>
            </a:extLst>
          </p:cNvPr>
          <p:cNvSpPr/>
          <p:nvPr/>
        </p:nvSpPr>
        <p:spPr>
          <a:xfrm rot="2011807">
            <a:off x="94494" y="704152"/>
            <a:ext cx="673108" cy="622214"/>
          </a:xfrm>
          <a:prstGeom prst="star5">
            <a:avLst/>
          </a:prstGeom>
          <a:solidFill>
            <a:srgbClr val="FED21A"/>
          </a:solidFill>
          <a:ln>
            <a:solidFill>
              <a:srgbClr val="FED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50C3171D-B6D0-4D5E-8BBD-A76C8441C77B}"/>
              </a:ext>
            </a:extLst>
          </p:cNvPr>
          <p:cNvSpPr/>
          <p:nvPr/>
        </p:nvSpPr>
        <p:spPr>
          <a:xfrm>
            <a:off x="291343" y="5409463"/>
            <a:ext cx="673108" cy="622214"/>
          </a:xfrm>
          <a:prstGeom prst="star5">
            <a:avLst/>
          </a:prstGeom>
          <a:solidFill>
            <a:srgbClr val="FED21A"/>
          </a:solidFill>
          <a:ln>
            <a:solidFill>
              <a:srgbClr val="FED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19E3A-6C38-4E54-AFB8-A4472D4249B9}"/>
              </a:ext>
            </a:extLst>
          </p:cNvPr>
          <p:cNvSpPr/>
          <p:nvPr/>
        </p:nvSpPr>
        <p:spPr>
          <a:xfrm>
            <a:off x="6834188" y="-1523226"/>
            <a:ext cx="12192000" cy="14047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6974A1-F449-459B-AE79-E1CF90A5C4C3}"/>
              </a:ext>
            </a:extLst>
          </p:cNvPr>
          <p:cNvSpPr/>
          <p:nvPr/>
        </p:nvSpPr>
        <p:spPr>
          <a:xfrm>
            <a:off x="6834188" y="-4287961"/>
            <a:ext cx="5372100" cy="2764735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EF4DD7-F7DC-4499-AA07-602A2DB94B4E}"/>
              </a:ext>
            </a:extLst>
          </p:cNvPr>
          <p:cNvSpPr/>
          <p:nvPr/>
        </p:nvSpPr>
        <p:spPr>
          <a:xfrm>
            <a:off x="13613146" y="-4273281"/>
            <a:ext cx="5647864" cy="2764735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F83A93-7157-46BD-831E-64D1FDF984AA}"/>
              </a:ext>
            </a:extLst>
          </p:cNvPr>
          <p:cNvSpPr/>
          <p:nvPr/>
        </p:nvSpPr>
        <p:spPr>
          <a:xfrm>
            <a:off x="13632451" y="-152281"/>
            <a:ext cx="5647864" cy="2726635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CD5E43-CD89-409C-8800-854F373F20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1" t="34155" r="36729" b="37434"/>
          <a:stretch/>
        </p:blipFill>
        <p:spPr>
          <a:xfrm>
            <a:off x="11557676" y="-1888227"/>
            <a:ext cx="2734424" cy="19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69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383BA93-8FFA-4B48-8917-D49135EC86A5}"/>
              </a:ext>
            </a:extLst>
          </p:cNvPr>
          <p:cNvGrpSpPr/>
          <p:nvPr/>
        </p:nvGrpSpPr>
        <p:grpSpPr>
          <a:xfrm>
            <a:off x="-2171700" y="-91032"/>
            <a:ext cx="14363700" cy="6947752"/>
            <a:chOff x="-2171700" y="-91032"/>
            <a:chExt cx="14363700" cy="69477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5E06C1-AE42-49D2-B582-17D7F89BFCB0}"/>
                </a:ext>
              </a:extLst>
            </p:cNvPr>
            <p:cNvSpPr/>
            <p:nvPr/>
          </p:nvSpPr>
          <p:spPr>
            <a:xfrm>
              <a:off x="-2171700" y="3429000"/>
              <a:ext cx="14362176" cy="3427718"/>
            </a:xfrm>
            <a:prstGeom prst="rect">
              <a:avLst/>
            </a:prstGeom>
            <a:solidFill>
              <a:srgbClr val="CE2029"/>
            </a:solidFill>
            <a:ln>
              <a:solidFill>
                <a:srgbClr val="CE20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E69427-ED96-4E2C-AACE-ECF0785EDB12}"/>
                </a:ext>
              </a:extLst>
            </p:cNvPr>
            <p:cNvSpPr/>
            <p:nvPr/>
          </p:nvSpPr>
          <p:spPr>
            <a:xfrm>
              <a:off x="-133350" y="-91032"/>
              <a:ext cx="12325350" cy="3518750"/>
            </a:xfrm>
            <a:prstGeom prst="rect">
              <a:avLst/>
            </a:prstGeom>
            <a:solidFill>
              <a:srgbClr val="1E419C"/>
            </a:solidFill>
            <a:ln>
              <a:solidFill>
                <a:srgbClr val="1E41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B7CB19F-C97B-40AF-8AC3-05B25B2AAB6C}"/>
                </a:ext>
              </a:extLst>
            </p:cNvPr>
            <p:cNvSpPr/>
            <p:nvPr/>
          </p:nvSpPr>
          <p:spPr>
            <a:xfrm rot="5400000">
              <a:off x="-495042" y="494278"/>
              <a:ext cx="6856720" cy="5868164"/>
            </a:xfrm>
            <a:prstGeom prst="triangle">
              <a:avLst>
                <a:gd name="adj" fmla="val 4956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Chart, icon, sunburst chart&#10;&#10;Description automatically generated">
              <a:extLst>
                <a:ext uri="{FF2B5EF4-FFF2-40B4-BE49-F238E27FC236}">
                  <a16:creationId xmlns:a16="http://schemas.microsoft.com/office/drawing/2014/main" id="{07A30C72-144C-49EC-A8F2-631A043B3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714" y="1804923"/>
              <a:ext cx="3677436" cy="3324354"/>
            </a:xfrm>
            <a:prstGeom prst="rect">
              <a:avLst/>
            </a:prstGeom>
          </p:spPr>
        </p:pic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FE7300AA-35F3-4DC8-A850-3B6F9E3A98BD}"/>
                </a:ext>
              </a:extLst>
            </p:cNvPr>
            <p:cNvSpPr/>
            <p:nvPr/>
          </p:nvSpPr>
          <p:spPr>
            <a:xfrm rot="965116">
              <a:off x="4376576" y="3062980"/>
              <a:ext cx="679020" cy="639726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98635F68-FBB1-47AD-984A-7EFAE32AA391}"/>
                </a:ext>
              </a:extLst>
            </p:cNvPr>
            <p:cNvSpPr/>
            <p:nvPr/>
          </p:nvSpPr>
          <p:spPr>
            <a:xfrm rot="2011807">
              <a:off x="94494" y="704152"/>
              <a:ext cx="673108" cy="622214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tar: 5 Points 10">
              <a:extLst>
                <a:ext uri="{FF2B5EF4-FFF2-40B4-BE49-F238E27FC236}">
                  <a16:creationId xmlns:a16="http://schemas.microsoft.com/office/drawing/2014/main" id="{F39C5372-5DFA-443C-BDBB-F2D865A85D36}"/>
                </a:ext>
              </a:extLst>
            </p:cNvPr>
            <p:cNvSpPr/>
            <p:nvPr/>
          </p:nvSpPr>
          <p:spPr>
            <a:xfrm>
              <a:off x="291343" y="5409463"/>
              <a:ext cx="673108" cy="622214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8C189-0BD4-42D1-8ECC-29DC996879C9}"/>
              </a:ext>
            </a:extLst>
          </p:cNvPr>
          <p:cNvSpPr/>
          <p:nvPr/>
        </p:nvSpPr>
        <p:spPr>
          <a:xfrm>
            <a:off x="6834188" y="-1523226"/>
            <a:ext cx="12192000" cy="14047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4379EB-7BFC-4E3D-A963-8F9667A591AD}"/>
              </a:ext>
            </a:extLst>
          </p:cNvPr>
          <p:cNvSpPr/>
          <p:nvPr/>
        </p:nvSpPr>
        <p:spPr>
          <a:xfrm>
            <a:off x="964451" y="-4287961"/>
            <a:ext cx="11241837" cy="2764735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97734-4152-4D5B-88CB-6890554B1958}"/>
              </a:ext>
            </a:extLst>
          </p:cNvPr>
          <p:cNvSpPr/>
          <p:nvPr/>
        </p:nvSpPr>
        <p:spPr>
          <a:xfrm>
            <a:off x="13613146" y="-7200899"/>
            <a:ext cx="5647864" cy="5692354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A9FFFD-1E62-4A79-B57D-08034720C756}"/>
              </a:ext>
            </a:extLst>
          </p:cNvPr>
          <p:cNvSpPr/>
          <p:nvPr/>
        </p:nvSpPr>
        <p:spPr>
          <a:xfrm>
            <a:off x="13632451" y="-152281"/>
            <a:ext cx="5647864" cy="8534281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7D8A8A-3E52-4630-9B60-C11EA835D1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1" t="34155" r="36729" b="37434"/>
          <a:stretch/>
        </p:blipFill>
        <p:spPr>
          <a:xfrm>
            <a:off x="11557676" y="-1888227"/>
            <a:ext cx="2734424" cy="196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651092C1-F454-4D1D-9818-70D94943CE37}"/>
              </a:ext>
            </a:extLst>
          </p:cNvPr>
          <p:cNvSpPr/>
          <p:nvPr/>
        </p:nvSpPr>
        <p:spPr>
          <a:xfrm>
            <a:off x="-101727" y="2726635"/>
            <a:ext cx="12192000" cy="14047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022B79B-62DE-4700-ADE7-A304931A03B2}"/>
              </a:ext>
            </a:extLst>
          </p:cNvPr>
          <p:cNvSpPr/>
          <p:nvPr/>
        </p:nvSpPr>
        <p:spPr>
          <a:xfrm>
            <a:off x="-1804987" y="-2505918"/>
            <a:ext cx="7075360" cy="5232553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FA2353-B397-407F-90B2-1AC3761CA7B9}"/>
              </a:ext>
            </a:extLst>
          </p:cNvPr>
          <p:cNvSpPr/>
          <p:nvPr/>
        </p:nvSpPr>
        <p:spPr>
          <a:xfrm>
            <a:off x="6677230" y="-1133654"/>
            <a:ext cx="28882770" cy="3874969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3313AB4-9D46-4574-BA33-E01E125F84EF}"/>
              </a:ext>
            </a:extLst>
          </p:cNvPr>
          <p:cNvGrpSpPr/>
          <p:nvPr/>
        </p:nvGrpSpPr>
        <p:grpSpPr>
          <a:xfrm>
            <a:off x="-9107615" y="4101679"/>
            <a:ext cx="14363700" cy="6947752"/>
            <a:chOff x="-2171700" y="-91032"/>
            <a:chExt cx="14363700" cy="694775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24668AD-E96C-4FBE-A728-36C9FB8946AC}"/>
                </a:ext>
              </a:extLst>
            </p:cNvPr>
            <p:cNvSpPr/>
            <p:nvPr/>
          </p:nvSpPr>
          <p:spPr>
            <a:xfrm>
              <a:off x="-2171700" y="3429000"/>
              <a:ext cx="14362176" cy="3427718"/>
            </a:xfrm>
            <a:prstGeom prst="rect">
              <a:avLst/>
            </a:prstGeom>
            <a:solidFill>
              <a:srgbClr val="CE2029"/>
            </a:solidFill>
            <a:ln>
              <a:solidFill>
                <a:srgbClr val="CE20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A68FB23-32AC-4546-B5CB-53D4CF4AE2FA}"/>
                </a:ext>
              </a:extLst>
            </p:cNvPr>
            <p:cNvSpPr/>
            <p:nvPr/>
          </p:nvSpPr>
          <p:spPr>
            <a:xfrm>
              <a:off x="-133350" y="-91032"/>
              <a:ext cx="12325350" cy="3518750"/>
            </a:xfrm>
            <a:prstGeom prst="rect">
              <a:avLst/>
            </a:prstGeom>
            <a:solidFill>
              <a:srgbClr val="0D5EAF"/>
            </a:solidFill>
            <a:ln>
              <a:solidFill>
                <a:srgbClr val="0D5E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014FB47C-1C15-400A-846E-4F22297A97E5}"/>
                </a:ext>
              </a:extLst>
            </p:cNvPr>
            <p:cNvSpPr/>
            <p:nvPr/>
          </p:nvSpPr>
          <p:spPr>
            <a:xfrm rot="5400000">
              <a:off x="-495042" y="494278"/>
              <a:ext cx="6856720" cy="5868164"/>
            </a:xfrm>
            <a:prstGeom prst="triangle">
              <a:avLst>
                <a:gd name="adj" fmla="val 4956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 descr="Chart, icon, sunburst chart&#10;&#10;Description automatically generated">
              <a:extLst>
                <a:ext uri="{FF2B5EF4-FFF2-40B4-BE49-F238E27FC236}">
                  <a16:creationId xmlns:a16="http://schemas.microsoft.com/office/drawing/2014/main" id="{03A834B2-6C1E-4D5D-B6B6-04CF98557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714" y="1804923"/>
              <a:ext cx="3677436" cy="3324354"/>
            </a:xfrm>
            <a:prstGeom prst="rect">
              <a:avLst/>
            </a:prstGeom>
          </p:spPr>
        </p:pic>
        <p:sp>
          <p:nvSpPr>
            <p:cNvPr id="51" name="Star: 5 Points 50">
              <a:extLst>
                <a:ext uri="{FF2B5EF4-FFF2-40B4-BE49-F238E27FC236}">
                  <a16:creationId xmlns:a16="http://schemas.microsoft.com/office/drawing/2014/main" id="{ECD80FF5-83F0-4FFA-B522-8A8DA2F3A9CC}"/>
                </a:ext>
              </a:extLst>
            </p:cNvPr>
            <p:cNvSpPr/>
            <p:nvPr/>
          </p:nvSpPr>
          <p:spPr>
            <a:xfrm rot="965116">
              <a:off x="4376576" y="3062980"/>
              <a:ext cx="679020" cy="639726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Star: 5 Points 51">
              <a:extLst>
                <a:ext uri="{FF2B5EF4-FFF2-40B4-BE49-F238E27FC236}">
                  <a16:creationId xmlns:a16="http://schemas.microsoft.com/office/drawing/2014/main" id="{2F57143D-5B3B-4287-9E05-FBA2973CB49F}"/>
                </a:ext>
              </a:extLst>
            </p:cNvPr>
            <p:cNvSpPr/>
            <p:nvPr/>
          </p:nvSpPr>
          <p:spPr>
            <a:xfrm rot="2011807">
              <a:off x="94494" y="704152"/>
              <a:ext cx="673108" cy="622214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Star: 5 Points 52">
              <a:extLst>
                <a:ext uri="{FF2B5EF4-FFF2-40B4-BE49-F238E27FC236}">
                  <a16:creationId xmlns:a16="http://schemas.microsoft.com/office/drawing/2014/main" id="{AC635F99-FCD2-41F5-942A-6941F5F903F5}"/>
                </a:ext>
              </a:extLst>
            </p:cNvPr>
            <p:cNvSpPr/>
            <p:nvPr/>
          </p:nvSpPr>
          <p:spPr>
            <a:xfrm>
              <a:off x="291343" y="5409463"/>
              <a:ext cx="673108" cy="622214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CACD72B5-3CFB-4D17-97E6-22866551D6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1" t="34155" r="36729" b="37434"/>
          <a:stretch/>
        </p:blipFill>
        <p:spPr>
          <a:xfrm>
            <a:off x="4621761" y="2361634"/>
            <a:ext cx="2734424" cy="1961241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45BE462-0151-4CCC-8542-86B2286A6955}"/>
              </a:ext>
            </a:extLst>
          </p:cNvPr>
          <p:cNvSpPr/>
          <p:nvPr/>
        </p:nvSpPr>
        <p:spPr>
          <a:xfrm>
            <a:off x="-128139" y="4109002"/>
            <a:ext cx="5382700" cy="18344598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572F9E-2611-4B97-B9AC-F407B2DBE456}"/>
              </a:ext>
            </a:extLst>
          </p:cNvPr>
          <p:cNvGrpSpPr/>
          <p:nvPr/>
        </p:nvGrpSpPr>
        <p:grpSpPr>
          <a:xfrm>
            <a:off x="1654629" y="4097580"/>
            <a:ext cx="17235431" cy="7107232"/>
            <a:chOff x="-5043431" y="25108"/>
            <a:chExt cx="17235431" cy="710723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B5854EA-4075-4F07-8A43-E1F9DF4519CF}"/>
                </a:ext>
              </a:extLst>
            </p:cNvPr>
            <p:cNvSpPr/>
            <p:nvPr/>
          </p:nvSpPr>
          <p:spPr>
            <a:xfrm>
              <a:off x="-5043431" y="4576763"/>
              <a:ext cx="17235431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AFD51D1-4227-4D63-8151-677B524623CF}"/>
                </a:ext>
              </a:extLst>
            </p:cNvPr>
            <p:cNvSpPr/>
            <p:nvPr/>
          </p:nvSpPr>
          <p:spPr>
            <a:xfrm>
              <a:off x="-1603546" y="5481637"/>
              <a:ext cx="13794022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A850093-6C98-4568-9714-52A3F2D22261}"/>
                </a:ext>
              </a:extLst>
            </p:cNvPr>
            <p:cNvSpPr/>
            <p:nvPr/>
          </p:nvSpPr>
          <p:spPr>
            <a:xfrm>
              <a:off x="-1443499" y="6386513"/>
              <a:ext cx="13633975" cy="74582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F14783-603B-4AFC-B78C-91776D10003B}"/>
                </a:ext>
              </a:extLst>
            </p:cNvPr>
            <p:cNvSpPr/>
            <p:nvPr/>
          </p:nvSpPr>
          <p:spPr>
            <a:xfrm>
              <a:off x="7287172" y="3652839"/>
              <a:ext cx="4904828" cy="442912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AA209A7-5ADA-41DC-9EAD-C258CF4B1D50}"/>
                </a:ext>
              </a:extLst>
            </p:cNvPr>
            <p:cNvSpPr/>
            <p:nvPr/>
          </p:nvSpPr>
          <p:spPr>
            <a:xfrm>
              <a:off x="7288696" y="2747962"/>
              <a:ext cx="4903304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9FC7AD1-2CB4-4E0B-B294-8230CDF95F47}"/>
                </a:ext>
              </a:extLst>
            </p:cNvPr>
            <p:cNvSpPr/>
            <p:nvPr/>
          </p:nvSpPr>
          <p:spPr>
            <a:xfrm>
              <a:off x="7287172" y="1816894"/>
              <a:ext cx="4903304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96272B1-0B09-43FF-80E3-FEACFEE3E687}"/>
                </a:ext>
              </a:extLst>
            </p:cNvPr>
            <p:cNvSpPr/>
            <p:nvPr/>
          </p:nvSpPr>
          <p:spPr>
            <a:xfrm>
              <a:off x="7287172" y="879873"/>
              <a:ext cx="4903304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8CB1243-D268-47D9-B4BC-5F373B6D6168}"/>
                </a:ext>
              </a:extLst>
            </p:cNvPr>
            <p:cNvSpPr/>
            <p:nvPr/>
          </p:nvSpPr>
          <p:spPr>
            <a:xfrm>
              <a:off x="7288696" y="25108"/>
              <a:ext cx="4903304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40BB65DA-D8C6-403C-BF3D-C31A821CD0D1}"/>
              </a:ext>
            </a:extLst>
          </p:cNvPr>
          <p:cNvSpPr/>
          <p:nvPr/>
        </p:nvSpPr>
        <p:spPr>
          <a:xfrm>
            <a:off x="6696536" y="4097580"/>
            <a:ext cx="7287768" cy="4133088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 descr="A yellow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BD9A5EA-278D-4699-9004-53A5E79D8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17643">
            <a:off x="5460698" y="12054815"/>
            <a:ext cx="2953485" cy="3340053"/>
          </a:xfrm>
          <a:prstGeom prst="rect">
            <a:avLst/>
          </a:prstGeom>
        </p:spPr>
      </p:pic>
      <p:pic>
        <p:nvPicPr>
          <p:cNvPr id="73" name="Picture 72" descr="A picture containing plant, clipart&#10;&#10;Description automatically generated">
            <a:extLst>
              <a:ext uri="{FF2B5EF4-FFF2-40B4-BE49-F238E27FC236}">
                <a16:creationId xmlns:a16="http://schemas.microsoft.com/office/drawing/2014/main" id="{0DC647E8-E394-4A56-B7A8-06EC369F2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70425">
            <a:off x="5739627" y="10918139"/>
            <a:ext cx="3233117" cy="305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00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944B3F-C453-4E2A-AC25-8015D22715E0}"/>
              </a:ext>
            </a:extLst>
          </p:cNvPr>
          <p:cNvSpPr/>
          <p:nvPr/>
        </p:nvSpPr>
        <p:spPr>
          <a:xfrm>
            <a:off x="-6801311" y="-1370945"/>
            <a:ext cx="12192000" cy="14047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B5497F-1DAE-4A87-AFA4-F8DDF502A41C}"/>
              </a:ext>
            </a:extLst>
          </p:cNvPr>
          <p:cNvSpPr/>
          <p:nvPr/>
        </p:nvSpPr>
        <p:spPr>
          <a:xfrm>
            <a:off x="-6811911" y="-4135680"/>
            <a:ext cx="5382700" cy="2764735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3E7EFA-2491-4A75-8C1E-239BC0AC88BE}"/>
              </a:ext>
            </a:extLst>
          </p:cNvPr>
          <p:cNvGrpSpPr/>
          <p:nvPr/>
        </p:nvGrpSpPr>
        <p:grpSpPr>
          <a:xfrm>
            <a:off x="-15848227" y="-44876"/>
            <a:ext cx="14363700" cy="6947752"/>
            <a:chOff x="-2171700" y="-91032"/>
            <a:chExt cx="14363700" cy="694775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2335131-5B36-4D5F-AFED-86C4515E3BFA}"/>
                </a:ext>
              </a:extLst>
            </p:cNvPr>
            <p:cNvSpPr/>
            <p:nvPr/>
          </p:nvSpPr>
          <p:spPr>
            <a:xfrm>
              <a:off x="-2171700" y="3429000"/>
              <a:ext cx="14362176" cy="3427718"/>
            </a:xfrm>
            <a:prstGeom prst="rect">
              <a:avLst/>
            </a:prstGeom>
            <a:solidFill>
              <a:srgbClr val="CE2029"/>
            </a:solidFill>
            <a:ln>
              <a:solidFill>
                <a:srgbClr val="CE20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DA519A-C203-45D2-BAD2-E71168370F12}"/>
                </a:ext>
              </a:extLst>
            </p:cNvPr>
            <p:cNvSpPr/>
            <p:nvPr/>
          </p:nvSpPr>
          <p:spPr>
            <a:xfrm>
              <a:off x="-133350" y="-91032"/>
              <a:ext cx="12325350" cy="3518750"/>
            </a:xfrm>
            <a:prstGeom prst="rect">
              <a:avLst/>
            </a:prstGeom>
            <a:solidFill>
              <a:srgbClr val="0D5EAF"/>
            </a:solidFill>
            <a:ln>
              <a:solidFill>
                <a:srgbClr val="0D5EA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B1B04851-201C-4C6C-83E9-BA17F74AB2A4}"/>
                </a:ext>
              </a:extLst>
            </p:cNvPr>
            <p:cNvSpPr/>
            <p:nvPr/>
          </p:nvSpPr>
          <p:spPr>
            <a:xfrm rot="5400000">
              <a:off x="-495042" y="494278"/>
              <a:ext cx="6856720" cy="5868164"/>
            </a:xfrm>
            <a:prstGeom prst="triangle">
              <a:avLst>
                <a:gd name="adj" fmla="val 4956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 descr="Chart, icon, sunburst chart&#10;&#10;Description automatically generated">
              <a:extLst>
                <a:ext uri="{FF2B5EF4-FFF2-40B4-BE49-F238E27FC236}">
                  <a16:creationId xmlns:a16="http://schemas.microsoft.com/office/drawing/2014/main" id="{535B6A6A-4E4D-4FEC-B068-8659B70C3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714" y="1804923"/>
              <a:ext cx="3677436" cy="3324354"/>
            </a:xfrm>
            <a:prstGeom prst="rect">
              <a:avLst/>
            </a:prstGeom>
          </p:spPr>
        </p:pic>
        <p:sp>
          <p:nvSpPr>
            <p:cNvPr id="42" name="Star: 5 Points 41">
              <a:extLst>
                <a:ext uri="{FF2B5EF4-FFF2-40B4-BE49-F238E27FC236}">
                  <a16:creationId xmlns:a16="http://schemas.microsoft.com/office/drawing/2014/main" id="{875D2BE4-E5D7-41B1-9E7C-D90569346301}"/>
                </a:ext>
              </a:extLst>
            </p:cNvPr>
            <p:cNvSpPr/>
            <p:nvPr/>
          </p:nvSpPr>
          <p:spPr>
            <a:xfrm rot="965116">
              <a:off x="4376576" y="3062980"/>
              <a:ext cx="679020" cy="639726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F5492B20-DCF0-43D5-BF96-041BA4E46D64}"/>
                </a:ext>
              </a:extLst>
            </p:cNvPr>
            <p:cNvSpPr/>
            <p:nvPr/>
          </p:nvSpPr>
          <p:spPr>
            <a:xfrm rot="2011807">
              <a:off x="94494" y="704152"/>
              <a:ext cx="673108" cy="622214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Star: 5 Points 45">
              <a:extLst>
                <a:ext uri="{FF2B5EF4-FFF2-40B4-BE49-F238E27FC236}">
                  <a16:creationId xmlns:a16="http://schemas.microsoft.com/office/drawing/2014/main" id="{14A8D335-18EF-4261-B583-A10F77F8C6D4}"/>
                </a:ext>
              </a:extLst>
            </p:cNvPr>
            <p:cNvSpPr/>
            <p:nvPr/>
          </p:nvSpPr>
          <p:spPr>
            <a:xfrm>
              <a:off x="291343" y="5409463"/>
              <a:ext cx="673108" cy="622214"/>
            </a:xfrm>
            <a:prstGeom prst="star5">
              <a:avLst/>
            </a:prstGeom>
            <a:solidFill>
              <a:srgbClr val="FED21A"/>
            </a:solidFill>
            <a:ln>
              <a:solidFill>
                <a:srgbClr val="FED21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9593E9F-A684-433C-862E-A9D20F2B7C11}"/>
              </a:ext>
            </a:extLst>
          </p:cNvPr>
          <p:cNvSpPr/>
          <p:nvPr/>
        </p:nvSpPr>
        <p:spPr>
          <a:xfrm>
            <a:off x="-22353" y="-4121000"/>
            <a:ext cx="5647864" cy="2764735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F8108C9-BDC0-440B-B2F1-9B27889ADE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1" t="34155" r="36729" b="37434"/>
          <a:stretch/>
        </p:blipFill>
        <p:spPr>
          <a:xfrm>
            <a:off x="-2077823" y="-1735946"/>
            <a:ext cx="2734424" cy="196124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2249799-1101-45B0-B663-779919B171DF}"/>
              </a:ext>
            </a:extLst>
          </p:cNvPr>
          <p:cNvSpPr/>
          <p:nvPr/>
        </p:nvSpPr>
        <p:spPr>
          <a:xfrm>
            <a:off x="-6827723" y="11422"/>
            <a:ext cx="5382700" cy="25083778"/>
          </a:xfrm>
          <a:prstGeom prst="rect">
            <a:avLst/>
          </a:prstGeom>
          <a:solidFill>
            <a:srgbClr val="0D5EAF"/>
          </a:solidFill>
          <a:ln>
            <a:solidFill>
              <a:srgbClr val="0D5E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7A145C-A8CC-427A-A800-635A43158464}"/>
              </a:ext>
            </a:extLst>
          </p:cNvPr>
          <p:cNvGrpSpPr/>
          <p:nvPr/>
        </p:nvGrpSpPr>
        <p:grpSpPr>
          <a:xfrm>
            <a:off x="-6633029" y="0"/>
            <a:ext cx="18823505" cy="6858000"/>
            <a:chOff x="-6631505" y="25108"/>
            <a:chExt cx="18823505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0E36F15-8DA7-46B0-BBA9-269E3E574A0C}"/>
                </a:ext>
              </a:extLst>
            </p:cNvPr>
            <p:cNvSpPr/>
            <p:nvPr/>
          </p:nvSpPr>
          <p:spPr>
            <a:xfrm>
              <a:off x="-5702590" y="4576763"/>
              <a:ext cx="17894590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0FCE34-4244-4B94-8967-899F69E40CFF}"/>
                </a:ext>
              </a:extLst>
            </p:cNvPr>
            <p:cNvSpPr/>
            <p:nvPr/>
          </p:nvSpPr>
          <p:spPr>
            <a:xfrm>
              <a:off x="-6631505" y="5481637"/>
              <a:ext cx="18821981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D3FAC9F-AB0C-4447-9A5A-6DB90F616F3D}"/>
                </a:ext>
              </a:extLst>
            </p:cNvPr>
            <p:cNvSpPr/>
            <p:nvPr/>
          </p:nvSpPr>
          <p:spPr>
            <a:xfrm>
              <a:off x="-4947847" y="6386513"/>
              <a:ext cx="17138323" cy="496595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D9965E8-0546-4D8E-BF68-9CB11707567A}"/>
                </a:ext>
              </a:extLst>
            </p:cNvPr>
            <p:cNvSpPr/>
            <p:nvPr/>
          </p:nvSpPr>
          <p:spPr>
            <a:xfrm>
              <a:off x="5392213" y="3721079"/>
              <a:ext cx="6799787" cy="43711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59A0FA-22BB-4448-A438-DB089B2C05AF}"/>
                </a:ext>
              </a:extLst>
            </p:cNvPr>
            <p:cNvSpPr/>
            <p:nvPr/>
          </p:nvSpPr>
          <p:spPr>
            <a:xfrm>
              <a:off x="5627035" y="2747962"/>
              <a:ext cx="6564965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022AD1B-C9FD-4E24-96DC-0AEBBDE2276E}"/>
                </a:ext>
              </a:extLst>
            </p:cNvPr>
            <p:cNvSpPr/>
            <p:nvPr/>
          </p:nvSpPr>
          <p:spPr>
            <a:xfrm>
              <a:off x="6431353" y="1816894"/>
              <a:ext cx="5759123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7B055CE-9B23-4F5F-8063-20B21F92E5EC}"/>
                </a:ext>
              </a:extLst>
            </p:cNvPr>
            <p:cNvSpPr/>
            <p:nvPr/>
          </p:nvSpPr>
          <p:spPr>
            <a:xfrm>
              <a:off x="5849257" y="879873"/>
              <a:ext cx="6341219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A34082-CC60-4A40-9ECD-B85905FE044E}"/>
                </a:ext>
              </a:extLst>
            </p:cNvPr>
            <p:cNvSpPr/>
            <p:nvPr/>
          </p:nvSpPr>
          <p:spPr>
            <a:xfrm>
              <a:off x="5850781" y="25108"/>
              <a:ext cx="6341219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9FAAB58-119B-4D85-AC6F-84FD44797EDB}"/>
              </a:ext>
            </a:extLst>
          </p:cNvPr>
          <p:cNvSpPr/>
          <p:nvPr/>
        </p:nvSpPr>
        <p:spPr>
          <a:xfrm>
            <a:off x="-3048" y="0"/>
            <a:ext cx="7287768" cy="4133088"/>
          </a:xfrm>
          <a:prstGeom prst="rect">
            <a:avLst/>
          </a:prstGeom>
          <a:solidFill>
            <a:srgbClr val="000066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yellow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00C4BE7-960B-47D9-BACE-389C82925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15" y="489857"/>
            <a:ext cx="2953485" cy="3340053"/>
          </a:xfrm>
          <a:prstGeom prst="rect">
            <a:avLst/>
          </a:prstGeom>
        </p:spPr>
      </p:pic>
      <p:pic>
        <p:nvPicPr>
          <p:cNvPr id="44" name="Picture 43" descr="A picture containing plant, clipart&#10;&#10;Description automatically generated">
            <a:extLst>
              <a:ext uri="{FF2B5EF4-FFF2-40B4-BE49-F238E27FC236}">
                <a16:creationId xmlns:a16="http://schemas.microsoft.com/office/drawing/2014/main" id="{5F97F790-7BFC-4B84-A81A-720D6FA19C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483" y="452353"/>
            <a:ext cx="3233117" cy="3059652"/>
          </a:xfrm>
          <a:prstGeom prst="rect">
            <a:avLst/>
          </a:prstGeom>
        </p:spPr>
      </p:pic>
      <p:pic>
        <p:nvPicPr>
          <p:cNvPr id="45" name="Picture 44" descr="A picture containing text&#10;&#10;Description automatically generated">
            <a:extLst>
              <a:ext uri="{FF2B5EF4-FFF2-40B4-BE49-F238E27FC236}">
                <a16:creationId xmlns:a16="http://schemas.microsoft.com/office/drawing/2014/main" id="{2E89B81E-700F-4764-8B83-A525E99012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304" y="5221958"/>
            <a:ext cx="6857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1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B35209-8D31-4C70-B689-7E06BD9316E3}"/>
              </a:ext>
            </a:extLst>
          </p:cNvPr>
          <p:cNvGrpSpPr/>
          <p:nvPr/>
        </p:nvGrpSpPr>
        <p:grpSpPr>
          <a:xfrm>
            <a:off x="-6633029" y="0"/>
            <a:ext cx="18823505" cy="6858000"/>
            <a:chOff x="-6631505" y="25108"/>
            <a:chExt cx="18823505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EB13F0-5F4D-4A9F-BF05-B94796664100}"/>
                </a:ext>
              </a:extLst>
            </p:cNvPr>
            <p:cNvSpPr/>
            <p:nvPr/>
          </p:nvSpPr>
          <p:spPr>
            <a:xfrm>
              <a:off x="-5702590" y="4576763"/>
              <a:ext cx="17894590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F5AC66-D609-4D7C-9AA1-311CD13A23F9}"/>
                </a:ext>
              </a:extLst>
            </p:cNvPr>
            <p:cNvSpPr/>
            <p:nvPr/>
          </p:nvSpPr>
          <p:spPr>
            <a:xfrm>
              <a:off x="-6631505" y="5481637"/>
              <a:ext cx="18821981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C6EC9B-4F97-4CD9-BA81-8028A8F70551}"/>
                </a:ext>
              </a:extLst>
            </p:cNvPr>
            <p:cNvSpPr/>
            <p:nvPr/>
          </p:nvSpPr>
          <p:spPr>
            <a:xfrm>
              <a:off x="-4947847" y="6386513"/>
              <a:ext cx="17138323" cy="496595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12ABD5-FA4C-4242-B719-F1B1507FB026}"/>
                </a:ext>
              </a:extLst>
            </p:cNvPr>
            <p:cNvSpPr/>
            <p:nvPr/>
          </p:nvSpPr>
          <p:spPr>
            <a:xfrm>
              <a:off x="5392213" y="3721079"/>
              <a:ext cx="6799787" cy="43711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A8B425-6188-445E-BE27-CF3146F43716}"/>
                </a:ext>
              </a:extLst>
            </p:cNvPr>
            <p:cNvSpPr/>
            <p:nvPr/>
          </p:nvSpPr>
          <p:spPr>
            <a:xfrm>
              <a:off x="5627035" y="2747962"/>
              <a:ext cx="6564965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4CAE81-368D-45B6-9534-FCBFB48F5D67}"/>
                </a:ext>
              </a:extLst>
            </p:cNvPr>
            <p:cNvSpPr/>
            <p:nvPr/>
          </p:nvSpPr>
          <p:spPr>
            <a:xfrm>
              <a:off x="6431353" y="1816894"/>
              <a:ext cx="5759123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825AEF-87DC-4AB9-8820-8A051CD0FE34}"/>
                </a:ext>
              </a:extLst>
            </p:cNvPr>
            <p:cNvSpPr/>
            <p:nvPr/>
          </p:nvSpPr>
          <p:spPr>
            <a:xfrm>
              <a:off x="5849257" y="879873"/>
              <a:ext cx="6341219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36A094-2AEF-4143-B0BC-337E3C8F12AE}"/>
                </a:ext>
              </a:extLst>
            </p:cNvPr>
            <p:cNvSpPr/>
            <p:nvPr/>
          </p:nvSpPr>
          <p:spPr>
            <a:xfrm>
              <a:off x="5850781" y="25108"/>
              <a:ext cx="6341219" cy="471487"/>
            </a:xfrm>
            <a:prstGeom prst="rect">
              <a:avLst/>
            </a:prstGeom>
            <a:solidFill>
              <a:srgbClr val="CC0001"/>
            </a:solidFill>
            <a:ln>
              <a:solidFill>
                <a:srgbClr val="CC00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5B91384-2F18-4AD7-9892-75B7149D8013}"/>
              </a:ext>
            </a:extLst>
          </p:cNvPr>
          <p:cNvSpPr/>
          <p:nvPr/>
        </p:nvSpPr>
        <p:spPr>
          <a:xfrm>
            <a:off x="-3048" y="0"/>
            <a:ext cx="12192000" cy="6858000"/>
          </a:xfrm>
          <a:prstGeom prst="rect">
            <a:avLst/>
          </a:prstGeom>
          <a:solidFill>
            <a:srgbClr val="00137E"/>
          </a:solidFill>
          <a:ln>
            <a:solidFill>
              <a:srgbClr val="0013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icture containing plant, clipart&#10;&#10;Description automatically generated">
            <a:extLst>
              <a:ext uri="{FF2B5EF4-FFF2-40B4-BE49-F238E27FC236}">
                <a16:creationId xmlns:a16="http://schemas.microsoft.com/office/drawing/2014/main" id="{880A3A85-2061-48E9-8067-9748AADD9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2166145"/>
            <a:ext cx="3233117" cy="3059652"/>
          </a:xfrm>
          <a:prstGeom prst="rect">
            <a:avLst/>
          </a:prstGeom>
        </p:spPr>
      </p:pic>
      <p:pic>
        <p:nvPicPr>
          <p:cNvPr id="16" name="Picture 15" descr="A yellow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F3791155-909C-4C41-A585-E7EA4DD8D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98678">
            <a:off x="3903460" y="792777"/>
            <a:ext cx="4729811" cy="5164059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A3986CA5-1BA7-44EF-9415-516A5DB4C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399" y="0"/>
            <a:ext cx="6857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53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E2198A-12C8-4B4F-98E8-386D27CC7CEF}"/>
              </a:ext>
            </a:extLst>
          </p:cNvPr>
          <p:cNvSpPr/>
          <p:nvPr/>
        </p:nvSpPr>
        <p:spPr>
          <a:xfrm>
            <a:off x="-3048" y="0"/>
            <a:ext cx="12192000" cy="6858000"/>
          </a:xfrm>
          <a:prstGeom prst="rect">
            <a:avLst/>
          </a:prstGeom>
          <a:solidFill>
            <a:srgbClr val="00137E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pic>
        <p:nvPicPr>
          <p:cNvPr id="5" name="Picture 4" descr="A yellow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F110412A-8F98-4CB3-A08C-61F352AA0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998678">
            <a:off x="3903460" y="792777"/>
            <a:ext cx="4729811" cy="5164059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965FD476-10DE-4D7C-9D6C-3D97AA931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399" y="0"/>
            <a:ext cx="6857999" cy="6857999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841C73A-D059-4DCF-9199-2FA647A57D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7704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9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E2198A-12C8-4B4F-98E8-386D27CC7CEF}"/>
              </a:ext>
            </a:extLst>
          </p:cNvPr>
          <p:cNvSpPr/>
          <p:nvPr/>
        </p:nvSpPr>
        <p:spPr>
          <a:xfrm>
            <a:off x="-3048" y="0"/>
            <a:ext cx="12192000" cy="6858000"/>
          </a:xfrm>
          <a:prstGeom prst="rect">
            <a:avLst/>
          </a:prstGeom>
          <a:solidFill>
            <a:srgbClr val="00137E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841C73A-D059-4DCF-9199-2FA647A57D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44120">
            <a:off x="4153137" y="1641060"/>
            <a:ext cx="3171708" cy="3162922"/>
          </a:xfrm>
          <a:prstGeom prst="rect">
            <a:avLst/>
          </a:prstGeom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46E6805A-772A-4397-90C7-4289B8D1D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0752" y1="47729" x2="50752" y2="46667"/>
                        <a14:foregroundMark x1="57965" y1="27920" x2="57633" y2="27600"/>
                        <a14:foregroundMark x1="61808" y1="31634" x2="60535" y2="30404"/>
                        <a14:backgroundMark x1="21429" y1="26923" x2="18609" y2="55385"/>
                        <a14:backgroundMark x1="18609" y1="55385" x2="18421" y2="81282"/>
                        <a14:backgroundMark x1="18421" y1="81282" x2="18421" y2="81282"/>
                        <a14:backgroundMark x1="22180" y1="10769" x2="15414" y2="57949"/>
                        <a14:backgroundMark x1="15414" y1="57949" x2="15414" y2="61795"/>
                        <a14:backgroundMark x1="24812" y1="59231" x2="30075" y2="44872"/>
                        <a14:backgroundMark x1="30075" y1="44872" x2="26692" y2="27179"/>
                        <a14:backgroundMark x1="26692" y1="27179" x2="15414" y2="18205"/>
                        <a14:backgroundMark x1="15414" y1="18205" x2="14286" y2="25641"/>
                        <a14:backgroundMark x1="14286" y1="25641" x2="22556" y2="56667"/>
                        <a14:backgroundMark x1="22556" y1="56667" x2="24436" y2="59744"/>
                        <a14:backgroundMark x1="24248" y1="58718" x2="31767" y2="67692"/>
                        <a14:backgroundMark x1="31767" y1="67692" x2="29135" y2="76154"/>
                        <a14:backgroundMark x1="29135" y1="76154" x2="25564" y2="78718"/>
                        <a14:backgroundMark x1="25940" y1="26923" x2="29699" y2="42051"/>
                        <a14:backgroundMark x1="29699" y1="42051" x2="21241" y2="59744"/>
                        <a14:backgroundMark x1="25752" y1="58462" x2="25000" y2="36923"/>
                        <a14:backgroundMark x1="25000" y1="36923" x2="20301" y2="31282"/>
                        <a14:backgroundMark x1="20301" y1="31282" x2="19737" y2="31282"/>
                        <a14:backgroundMark x1="27632" y1="15128" x2="35902" y2="24103"/>
                        <a14:backgroundMark x1="35902" y1="24103" x2="25940" y2="37179"/>
                        <a14:backgroundMark x1="24436" y1="30769" x2="23872" y2="47179"/>
                        <a14:backgroundMark x1="23872" y1="47179" x2="19925" y2="52308"/>
                        <a14:backgroundMark x1="50752" y1="48974" x2="50000" y2="46667"/>
                        <a14:backgroundMark x1="50564" y1="48974" x2="50564" y2="46923"/>
                        <a14:backgroundMark x1="50376" y1="47179" x2="50000" y2="47179"/>
                        <a14:backgroundMark x1="51316" y1="47436" x2="51692" y2="47179"/>
                        <a14:backgroundMark x1="51504" y1="49231" x2="51128" y2="47692"/>
                        <a14:backgroundMark x1="51880" y1="48718" x2="51692" y2="48462"/>
                        <a14:backgroundMark x1="51692" y1="48462" x2="51504" y2="48462"/>
                        <a14:backgroundMark x1="50940" y1="48205" x2="50940" y2="48205"/>
                        <a14:backgroundMark x1="51128" y1="47436" x2="50940" y2="46667"/>
                        <a14:backgroundMark x1="61466" y1="19231" x2="65602" y2="29231"/>
                        <a14:backgroundMark x1="65602" y1="29231" x2="73120" y2="32051"/>
                        <a14:backgroundMark x1="73120" y1="32051" x2="75000" y2="30513"/>
                        <a14:backgroundMark x1="72932" y1="33333" x2="68797" y2="51026"/>
                        <a14:backgroundMark x1="68797" y1="51026" x2="70677" y2="64615"/>
                        <a14:backgroundMark x1="51128" y1="85128" x2="55075" y2="78205"/>
                        <a14:backgroundMark x1="55075" y1="78205" x2="65414" y2="68718"/>
                        <a14:backgroundMark x1="65414" y1="68718" x2="68609" y2="68718"/>
                        <a14:backgroundMark x1="58647" y1="77949" x2="25564" y2="73077"/>
                        <a14:backgroundMark x1="28759" y1="49744" x2="33459" y2="64103"/>
                        <a14:backgroundMark x1="33459" y1="64103" x2="33647" y2="68205"/>
                        <a14:backgroundMark x1="33459" y1="66667" x2="41541" y2="76410"/>
                        <a14:backgroundMark x1="59962" y1="72564" x2="55827" y2="75385"/>
                        <a14:backgroundMark x1="67293" y1="65385" x2="63722" y2="67949"/>
                        <a14:backgroundMark x1="68421" y1="62308" x2="65602" y2="66667"/>
                        <a14:backgroundMark x1="65789" y1="31795" x2="68985" y2="37949"/>
                        <a14:backgroundMark x1="66353" y1="32308" x2="62406" y2="36410"/>
                        <a14:backgroundMark x1="65226" y1="22564" x2="42481" y2="18974"/>
                        <a14:backgroundMark x1="42481" y1="18974" x2="38158" y2="25128"/>
                        <a14:backgroundMark x1="38158" y1="25128" x2="32895" y2="28462"/>
                        <a14:backgroundMark x1="30075" y1="45641" x2="32895" y2="39231"/>
                        <a14:backgroundMark x1="32895" y1="39231" x2="34586" y2="29744"/>
                        <a14:backgroundMark x1="34586" y1="29744" x2="34774" y2="29487"/>
                        <a14:backgroundMark x1="38910" y1="27179" x2="34023" y2="33077"/>
                        <a14:backgroundMark x1="34023" y1="33077" x2="30827" y2="40256"/>
                        <a14:backgroundMark x1="30827" y1="40256" x2="34023" y2="35385"/>
                        <a14:backgroundMark x1="37406" y1="25385" x2="37782" y2="25385"/>
                        <a14:backgroundMark x1="49624" y1="23333" x2="40414" y2="25641"/>
                        <a14:backgroundMark x1="42293" y1="24359" x2="36654" y2="30000"/>
                        <a14:backgroundMark x1="36654" y1="30000" x2="36466" y2="29744"/>
                        <a14:backgroundMark x1="50000" y1="24103" x2="58271" y2="26410"/>
                        <a14:backgroundMark x1="58271" y1="27436" x2="61278" y2="29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24407">
            <a:off x="-7168366" y="1460546"/>
            <a:ext cx="4772394" cy="352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43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4F16A33-D726-4BE6-9109-8EC5C4FC6E8D}"/>
              </a:ext>
            </a:extLst>
          </p:cNvPr>
          <p:cNvSpPr/>
          <p:nvPr/>
        </p:nvSpPr>
        <p:spPr>
          <a:xfrm>
            <a:off x="-5410200" y="6066971"/>
            <a:ext cx="17602200" cy="791029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BF51CB-A910-406B-9D63-EE4D5E9FCB15}"/>
              </a:ext>
            </a:extLst>
          </p:cNvPr>
          <p:cNvSpPr/>
          <p:nvPr/>
        </p:nvSpPr>
        <p:spPr>
          <a:xfrm>
            <a:off x="-5581650" y="0"/>
            <a:ext cx="17773650" cy="791029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185D0A-3D61-42E8-B85B-C6DC07B89A2C}"/>
              </a:ext>
            </a:extLst>
          </p:cNvPr>
          <p:cNvSpPr/>
          <p:nvPr/>
        </p:nvSpPr>
        <p:spPr>
          <a:xfrm>
            <a:off x="0" y="1734457"/>
            <a:ext cx="12192000" cy="3389086"/>
          </a:xfrm>
          <a:prstGeom prst="rect">
            <a:avLst/>
          </a:prstGeom>
          <a:solidFill>
            <a:srgbClr val="290068"/>
          </a:solidFill>
          <a:ln>
            <a:solidFill>
              <a:srgbClr val="290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Shape, rectangle&#10;&#10;Description automatically generated">
            <a:extLst>
              <a:ext uri="{FF2B5EF4-FFF2-40B4-BE49-F238E27FC236}">
                <a16:creationId xmlns:a16="http://schemas.microsoft.com/office/drawing/2014/main" id="{CD4FB287-0009-4D3A-89B2-ADF9D4AB2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752" y1="47729" x2="50752" y2="46667"/>
                        <a14:foregroundMark x1="57965" y1="27920" x2="57633" y2="27600"/>
                        <a14:foregroundMark x1="61808" y1="31634" x2="60535" y2="30404"/>
                        <a14:backgroundMark x1="21429" y1="26923" x2="18609" y2="55385"/>
                        <a14:backgroundMark x1="18609" y1="55385" x2="18421" y2="81282"/>
                        <a14:backgroundMark x1="18421" y1="81282" x2="18421" y2="81282"/>
                        <a14:backgroundMark x1="22180" y1="10769" x2="15414" y2="57949"/>
                        <a14:backgroundMark x1="15414" y1="57949" x2="15414" y2="61795"/>
                        <a14:backgroundMark x1="24812" y1="59231" x2="30075" y2="44872"/>
                        <a14:backgroundMark x1="30075" y1="44872" x2="26692" y2="27179"/>
                        <a14:backgroundMark x1="26692" y1="27179" x2="15414" y2="18205"/>
                        <a14:backgroundMark x1="15414" y1="18205" x2="14286" y2="25641"/>
                        <a14:backgroundMark x1="14286" y1="25641" x2="22556" y2="56667"/>
                        <a14:backgroundMark x1="22556" y1="56667" x2="24436" y2="59744"/>
                        <a14:backgroundMark x1="24248" y1="58718" x2="31767" y2="67692"/>
                        <a14:backgroundMark x1="31767" y1="67692" x2="29135" y2="76154"/>
                        <a14:backgroundMark x1="29135" y1="76154" x2="25564" y2="78718"/>
                        <a14:backgroundMark x1="25940" y1="26923" x2="29699" y2="42051"/>
                        <a14:backgroundMark x1="29699" y1="42051" x2="21241" y2="59744"/>
                        <a14:backgroundMark x1="25752" y1="58462" x2="25000" y2="36923"/>
                        <a14:backgroundMark x1="25000" y1="36923" x2="20301" y2="31282"/>
                        <a14:backgroundMark x1="20301" y1="31282" x2="19737" y2="31282"/>
                        <a14:backgroundMark x1="27632" y1="15128" x2="35902" y2="24103"/>
                        <a14:backgroundMark x1="35902" y1="24103" x2="25940" y2="37179"/>
                        <a14:backgroundMark x1="24436" y1="30769" x2="23872" y2="47179"/>
                        <a14:backgroundMark x1="23872" y1="47179" x2="19925" y2="52308"/>
                        <a14:backgroundMark x1="50752" y1="48974" x2="50000" y2="46667"/>
                        <a14:backgroundMark x1="50564" y1="48974" x2="50564" y2="46923"/>
                        <a14:backgroundMark x1="50376" y1="47179" x2="50000" y2="47179"/>
                        <a14:backgroundMark x1="51316" y1="47436" x2="51692" y2="47179"/>
                        <a14:backgroundMark x1="51504" y1="49231" x2="51128" y2="47692"/>
                        <a14:backgroundMark x1="51880" y1="48718" x2="51692" y2="48462"/>
                        <a14:backgroundMark x1="51692" y1="48462" x2="51504" y2="48462"/>
                        <a14:backgroundMark x1="50940" y1="48205" x2="50940" y2="48205"/>
                        <a14:backgroundMark x1="51128" y1="47436" x2="50940" y2="46667"/>
                        <a14:backgroundMark x1="61466" y1="19231" x2="65602" y2="29231"/>
                        <a14:backgroundMark x1="65602" y1="29231" x2="73120" y2="32051"/>
                        <a14:backgroundMark x1="73120" y1="32051" x2="75000" y2="30513"/>
                        <a14:backgroundMark x1="72932" y1="33333" x2="68797" y2="51026"/>
                        <a14:backgroundMark x1="68797" y1="51026" x2="70677" y2="64615"/>
                        <a14:backgroundMark x1="51128" y1="85128" x2="55075" y2="78205"/>
                        <a14:backgroundMark x1="55075" y1="78205" x2="65414" y2="68718"/>
                        <a14:backgroundMark x1="65414" y1="68718" x2="68609" y2="68718"/>
                        <a14:backgroundMark x1="58647" y1="77949" x2="25564" y2="73077"/>
                        <a14:backgroundMark x1="28759" y1="49744" x2="33459" y2="64103"/>
                        <a14:backgroundMark x1="33459" y1="64103" x2="33647" y2="68205"/>
                        <a14:backgroundMark x1="33459" y1="66667" x2="41541" y2="76410"/>
                        <a14:backgroundMark x1="59962" y1="72564" x2="55827" y2="75385"/>
                        <a14:backgroundMark x1="67293" y1="65385" x2="63722" y2="67949"/>
                        <a14:backgroundMark x1="68421" y1="62308" x2="65602" y2="66667"/>
                        <a14:backgroundMark x1="65789" y1="31795" x2="68985" y2="37949"/>
                        <a14:backgroundMark x1="66353" y1="32308" x2="62406" y2="36410"/>
                        <a14:backgroundMark x1="65226" y1="22564" x2="42481" y2="18974"/>
                        <a14:backgroundMark x1="42481" y1="18974" x2="38158" y2="25128"/>
                        <a14:backgroundMark x1="38158" y1="25128" x2="32895" y2="28462"/>
                        <a14:backgroundMark x1="30075" y1="45641" x2="32895" y2="39231"/>
                        <a14:backgroundMark x1="32895" y1="39231" x2="34586" y2="29744"/>
                        <a14:backgroundMark x1="34586" y1="29744" x2="34774" y2="29487"/>
                        <a14:backgroundMark x1="38910" y1="27179" x2="34023" y2="33077"/>
                        <a14:backgroundMark x1="34023" y1="33077" x2="30827" y2="40256"/>
                        <a14:backgroundMark x1="30827" y1="40256" x2="34023" y2="35385"/>
                        <a14:backgroundMark x1="37406" y1="25385" x2="37782" y2="25385"/>
                        <a14:backgroundMark x1="49624" y1="23333" x2="40414" y2="25641"/>
                        <a14:backgroundMark x1="42293" y1="24359" x2="36654" y2="30000"/>
                        <a14:backgroundMark x1="36654" y1="30000" x2="36466" y2="29744"/>
                        <a14:backgroundMark x1="50000" y1="24103" x2="58271" y2="26410"/>
                        <a14:backgroundMark x1="58271" y1="27436" x2="61278" y2="29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00" y="-433218"/>
            <a:ext cx="10461000" cy="77244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5CC588-7FBF-4BCA-8752-AC43147FAE99}"/>
              </a:ext>
            </a:extLst>
          </p:cNvPr>
          <p:cNvSpPr/>
          <p:nvPr/>
        </p:nvSpPr>
        <p:spPr>
          <a:xfrm>
            <a:off x="-2230932" y="-2590800"/>
            <a:ext cx="2230932" cy="13158618"/>
          </a:xfrm>
          <a:prstGeom prst="rect">
            <a:avLst/>
          </a:prstGeom>
          <a:solidFill>
            <a:srgbClr val="C62020"/>
          </a:solidFill>
          <a:ln>
            <a:solidFill>
              <a:srgbClr val="C6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4E00DE-FBF8-4A2B-88D6-B5F711BDD9DD}"/>
              </a:ext>
            </a:extLst>
          </p:cNvPr>
          <p:cNvGrpSpPr/>
          <p:nvPr/>
        </p:nvGrpSpPr>
        <p:grpSpPr>
          <a:xfrm rot="9117790">
            <a:off x="-17590965" y="-10522857"/>
            <a:ext cx="15752133" cy="31292800"/>
            <a:chOff x="-8473037" y="332804"/>
            <a:chExt cx="15752133" cy="31292800"/>
          </a:xfrm>
          <a:solidFill>
            <a:srgbClr val="FFA300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8FBFB5-C250-4FB9-A7BE-7997FC16ACB5}"/>
                </a:ext>
              </a:extLst>
            </p:cNvPr>
            <p:cNvSpPr/>
            <p:nvPr/>
          </p:nvSpPr>
          <p:spPr>
            <a:xfrm rot="1692554">
              <a:off x="-8473037" y="332804"/>
              <a:ext cx="8142596" cy="31292800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DF4756-0CA6-49D3-AFC2-892C82FD8020}"/>
                </a:ext>
              </a:extLst>
            </p:cNvPr>
            <p:cNvSpPr/>
            <p:nvPr/>
          </p:nvSpPr>
          <p:spPr>
            <a:xfrm rot="1518011">
              <a:off x="-1024182" y="1936353"/>
              <a:ext cx="8142596" cy="1464921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757F86-7BDC-43AE-B400-189BD3D2C27B}"/>
                </a:ext>
              </a:extLst>
            </p:cNvPr>
            <p:cNvSpPr/>
            <p:nvPr/>
          </p:nvSpPr>
          <p:spPr>
            <a:xfrm rot="7281063">
              <a:off x="538351" y="6239126"/>
              <a:ext cx="7902528" cy="1464921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Diagonal Stripe 17">
              <a:extLst>
                <a:ext uri="{FF2B5EF4-FFF2-40B4-BE49-F238E27FC236}">
                  <a16:creationId xmlns:a16="http://schemas.microsoft.com/office/drawing/2014/main" id="{B2963202-1DCE-49AB-BF76-2AB480F51417}"/>
                </a:ext>
              </a:extLst>
            </p:cNvPr>
            <p:cNvSpPr/>
            <p:nvPr/>
          </p:nvSpPr>
          <p:spPr>
            <a:xfrm rot="15503060">
              <a:off x="6589462" y="3302792"/>
              <a:ext cx="516731" cy="681038"/>
            </a:xfrm>
            <a:prstGeom prst="diagStripe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Diagonal Stripe 18">
              <a:extLst>
                <a:ext uri="{FF2B5EF4-FFF2-40B4-BE49-F238E27FC236}">
                  <a16:creationId xmlns:a16="http://schemas.microsoft.com/office/drawing/2014/main" id="{573CDB37-D640-490D-80FC-573F1045835C}"/>
                </a:ext>
              </a:extLst>
            </p:cNvPr>
            <p:cNvSpPr/>
            <p:nvPr/>
          </p:nvSpPr>
          <p:spPr>
            <a:xfrm rot="21428520">
              <a:off x="6762365" y="3849261"/>
              <a:ext cx="516731" cy="708500"/>
            </a:xfrm>
            <a:prstGeom prst="diagStripe">
              <a:avLst>
                <a:gd name="adj" fmla="val 0"/>
              </a:avLst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2219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0E155-B6CE-42E7-8A59-D837AF69C756}"/>
              </a:ext>
            </a:extLst>
          </p:cNvPr>
          <p:cNvSpPr/>
          <p:nvPr/>
        </p:nvSpPr>
        <p:spPr>
          <a:xfrm>
            <a:off x="-6477000" y="8698707"/>
            <a:ext cx="36753801" cy="1595667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295A8-53D0-4184-8479-C88248370C2C}"/>
              </a:ext>
            </a:extLst>
          </p:cNvPr>
          <p:cNvSpPr/>
          <p:nvPr/>
        </p:nvSpPr>
        <p:spPr>
          <a:xfrm>
            <a:off x="-3923071" y="-3539612"/>
            <a:ext cx="34199871" cy="1595667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B21A4-BB4D-4A25-A368-89D34FB2880D}"/>
              </a:ext>
            </a:extLst>
          </p:cNvPr>
          <p:cNvSpPr/>
          <p:nvPr/>
        </p:nvSpPr>
        <p:spPr>
          <a:xfrm>
            <a:off x="8110953" y="-6909451"/>
            <a:ext cx="22167431" cy="20726400"/>
          </a:xfrm>
          <a:prstGeom prst="rect">
            <a:avLst/>
          </a:prstGeom>
          <a:solidFill>
            <a:srgbClr val="4343D6"/>
          </a:solidFill>
          <a:ln>
            <a:solidFill>
              <a:srgbClr val="4343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C5D5E1-9B6C-4F09-8F66-F1E6EAD6CE1B}"/>
              </a:ext>
            </a:extLst>
          </p:cNvPr>
          <p:cNvSpPr/>
          <p:nvPr/>
        </p:nvSpPr>
        <p:spPr>
          <a:xfrm>
            <a:off x="4053100" y="-11277600"/>
            <a:ext cx="4056269" cy="31292800"/>
          </a:xfrm>
          <a:prstGeom prst="rect">
            <a:avLst/>
          </a:prstGeom>
          <a:solidFill>
            <a:srgbClr val="C62020"/>
          </a:solidFill>
          <a:ln>
            <a:solidFill>
              <a:srgbClr val="C6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076161DA-1BE6-48DB-899B-15F68BD42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752" y1="47729" x2="50752" y2="46667"/>
                        <a14:foregroundMark x1="57965" y1="27920" x2="57633" y2="27600"/>
                        <a14:foregroundMark x1="61808" y1="31634" x2="60535" y2="30404"/>
                        <a14:backgroundMark x1="21429" y1="26923" x2="18609" y2="55385"/>
                        <a14:backgroundMark x1="18609" y1="55385" x2="18421" y2="81282"/>
                        <a14:backgroundMark x1="18421" y1="81282" x2="18421" y2="81282"/>
                        <a14:backgroundMark x1="22180" y1="10769" x2="15414" y2="57949"/>
                        <a14:backgroundMark x1="15414" y1="57949" x2="15414" y2="61795"/>
                        <a14:backgroundMark x1="24812" y1="59231" x2="30075" y2="44872"/>
                        <a14:backgroundMark x1="30075" y1="44872" x2="26692" y2="27179"/>
                        <a14:backgroundMark x1="26692" y1="27179" x2="15414" y2="18205"/>
                        <a14:backgroundMark x1="15414" y1="18205" x2="14286" y2="25641"/>
                        <a14:backgroundMark x1="14286" y1="25641" x2="22556" y2="56667"/>
                        <a14:backgroundMark x1="22556" y1="56667" x2="24436" y2="59744"/>
                        <a14:backgroundMark x1="24248" y1="58718" x2="31767" y2="67692"/>
                        <a14:backgroundMark x1="31767" y1="67692" x2="29135" y2="76154"/>
                        <a14:backgroundMark x1="29135" y1="76154" x2="25564" y2="78718"/>
                        <a14:backgroundMark x1="25940" y1="26923" x2="29699" y2="42051"/>
                        <a14:backgroundMark x1="29699" y1="42051" x2="21241" y2="59744"/>
                        <a14:backgroundMark x1="25752" y1="58462" x2="25000" y2="36923"/>
                        <a14:backgroundMark x1="25000" y1="36923" x2="20301" y2="31282"/>
                        <a14:backgroundMark x1="20301" y1="31282" x2="19737" y2="31282"/>
                        <a14:backgroundMark x1="27632" y1="15128" x2="35902" y2="24103"/>
                        <a14:backgroundMark x1="35902" y1="24103" x2="25940" y2="37179"/>
                        <a14:backgroundMark x1="24436" y1="30769" x2="23872" y2="47179"/>
                        <a14:backgroundMark x1="23872" y1="47179" x2="19925" y2="52308"/>
                        <a14:backgroundMark x1="50752" y1="48974" x2="50000" y2="46667"/>
                        <a14:backgroundMark x1="50564" y1="48974" x2="50564" y2="46923"/>
                        <a14:backgroundMark x1="50376" y1="47179" x2="50000" y2="47179"/>
                        <a14:backgroundMark x1="51316" y1="47436" x2="51692" y2="47179"/>
                        <a14:backgroundMark x1="51504" y1="49231" x2="51128" y2="47692"/>
                        <a14:backgroundMark x1="51880" y1="48718" x2="51692" y2="48462"/>
                        <a14:backgroundMark x1="51692" y1="48462" x2="51504" y2="48462"/>
                        <a14:backgroundMark x1="50940" y1="48205" x2="50940" y2="48205"/>
                        <a14:backgroundMark x1="51128" y1="47436" x2="50940" y2="46667"/>
                        <a14:backgroundMark x1="61466" y1="19231" x2="65602" y2="29231"/>
                        <a14:backgroundMark x1="65602" y1="29231" x2="73120" y2="32051"/>
                        <a14:backgroundMark x1="73120" y1="32051" x2="75000" y2="30513"/>
                        <a14:backgroundMark x1="72932" y1="33333" x2="68797" y2="51026"/>
                        <a14:backgroundMark x1="68797" y1="51026" x2="70677" y2="64615"/>
                        <a14:backgroundMark x1="51128" y1="85128" x2="55075" y2="78205"/>
                        <a14:backgroundMark x1="55075" y1="78205" x2="65414" y2="68718"/>
                        <a14:backgroundMark x1="65414" y1="68718" x2="68609" y2="68718"/>
                        <a14:backgroundMark x1="58647" y1="77949" x2="25564" y2="73077"/>
                        <a14:backgroundMark x1="28759" y1="49744" x2="33459" y2="64103"/>
                        <a14:backgroundMark x1="33459" y1="64103" x2="33647" y2="68205"/>
                        <a14:backgroundMark x1="33459" y1="66667" x2="41541" y2="76410"/>
                        <a14:backgroundMark x1="59962" y1="72564" x2="55827" y2="75385"/>
                        <a14:backgroundMark x1="67293" y1="65385" x2="63722" y2="67949"/>
                        <a14:backgroundMark x1="68421" y1="62308" x2="65602" y2="66667"/>
                        <a14:backgroundMark x1="65789" y1="31795" x2="68985" y2="37949"/>
                        <a14:backgroundMark x1="66353" y1="32308" x2="62406" y2="36410"/>
                        <a14:backgroundMark x1="65226" y1="22564" x2="42481" y2="18974"/>
                        <a14:backgroundMark x1="42481" y1="18974" x2="38158" y2="25128"/>
                        <a14:backgroundMark x1="38158" y1="25128" x2="32895" y2="28462"/>
                        <a14:backgroundMark x1="30075" y1="45641" x2="32895" y2="39231"/>
                        <a14:backgroundMark x1="32895" y1="39231" x2="34586" y2="29744"/>
                        <a14:backgroundMark x1="34586" y1="29744" x2="34774" y2="29487"/>
                        <a14:backgroundMark x1="38910" y1="27179" x2="34023" y2="33077"/>
                        <a14:backgroundMark x1="34023" y1="33077" x2="30827" y2="40256"/>
                        <a14:backgroundMark x1="30827" y1="40256" x2="34023" y2="35385"/>
                        <a14:backgroundMark x1="37406" y1="25385" x2="37782" y2="25385"/>
                        <a14:backgroundMark x1="49624" y1="23333" x2="40414" y2="25641"/>
                        <a14:backgroundMark x1="42293" y1="24359" x2="36654" y2="30000"/>
                        <a14:backgroundMark x1="36654" y1="30000" x2="36466" y2="29744"/>
                        <a14:backgroundMark x1="50000" y1="24103" x2="58271" y2="26410"/>
                        <a14:backgroundMark x1="58271" y1="27436" x2="61278" y2="29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178" y="840527"/>
            <a:ext cx="7078035" cy="52264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339AEF-1A31-4267-A7B8-CA3EDB3ACA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33495" y1="22717" x2="65210" y2="20843"/>
                        <a14:backgroundMark x1="71359" y1="19204" x2="68285" y2="62998"/>
                        <a14:backgroundMark x1="68285" y1="62998" x2="59223" y2="83841"/>
                        <a14:backgroundMark x1="59223" y1="83841" x2="32201" y2="96721"/>
                        <a14:backgroundMark x1="32201" y1="96721" x2="29450" y2="97424"/>
                        <a14:backgroundMark x1="27670" y1="70492" x2="76537" y2="88759"/>
                        <a14:backgroundMark x1="68932" y1="64169" x2="32201" y2="87354"/>
                        <a14:backgroundMark x1="32201" y1="87354" x2="32039" y2="87354"/>
                        <a14:backgroundMark x1="23625" y1="46604" x2="44822" y2="78454"/>
                        <a14:backgroundMark x1="75728" y1="36300" x2="39482" y2="9368"/>
                        <a14:backgroundMark x1="54045" y1="18501" x2="43204" y2="28571"/>
                        <a14:backgroundMark x1="43204" y1="28571" x2="30906" y2="9602"/>
                        <a14:backgroundMark x1="37217" y1="25527" x2="34466" y2="37939"/>
                        <a14:backgroundMark x1="34466" y1="37939" x2="34142" y2="56206"/>
                        <a14:backgroundMark x1="60194" y1="66979" x2="69417" y2="48478"/>
                        <a14:backgroundMark x1="67799" y1="43326" x2="64563" y2="58782"/>
                        <a14:backgroundMark x1="64563" y1="58782" x2="64563" y2="59251"/>
                        <a14:backgroundMark x1="64887" y1="53630" x2="65372" y2="20375"/>
                        <a14:backgroundMark x1="59223" y1="24824" x2="51133" y2="28337"/>
                        <a14:backgroundMark x1="51133" y1="28337" x2="40777" y2="23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667" t="25179" r="31072" b="24040"/>
          <a:stretch/>
        </p:blipFill>
        <p:spPr>
          <a:xfrm>
            <a:off x="3824514" y="-4843174"/>
            <a:ext cx="4542971" cy="348342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0BAB86B-9881-4BD8-9FC8-496867725CE8}"/>
              </a:ext>
            </a:extLst>
          </p:cNvPr>
          <p:cNvGrpSpPr/>
          <p:nvPr/>
        </p:nvGrpSpPr>
        <p:grpSpPr>
          <a:xfrm rot="9117790">
            <a:off x="-11190165" y="-9579430"/>
            <a:ext cx="15752133" cy="31292800"/>
            <a:chOff x="-8473037" y="332804"/>
            <a:chExt cx="15752133" cy="31292800"/>
          </a:xfrm>
          <a:solidFill>
            <a:srgbClr val="FFA300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267BEC-0434-4106-A602-22D631F86370}"/>
                </a:ext>
              </a:extLst>
            </p:cNvPr>
            <p:cNvSpPr/>
            <p:nvPr/>
          </p:nvSpPr>
          <p:spPr>
            <a:xfrm rot="1692554">
              <a:off x="-8473037" y="332804"/>
              <a:ext cx="8142596" cy="31292800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1A8782B-9245-4A35-BEA4-C1919E757BF9}"/>
                </a:ext>
              </a:extLst>
            </p:cNvPr>
            <p:cNvSpPr/>
            <p:nvPr/>
          </p:nvSpPr>
          <p:spPr>
            <a:xfrm rot="1518011">
              <a:off x="-1024182" y="1936353"/>
              <a:ext cx="8142596" cy="1464921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7F5E7B-47A4-4152-A966-954E63D6B58C}"/>
                </a:ext>
              </a:extLst>
            </p:cNvPr>
            <p:cNvSpPr/>
            <p:nvPr/>
          </p:nvSpPr>
          <p:spPr>
            <a:xfrm rot="7281063">
              <a:off x="538351" y="6239126"/>
              <a:ext cx="7902528" cy="1464921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FC79805E-A0F9-4D75-AD8B-1FD37F2B459A}"/>
                </a:ext>
              </a:extLst>
            </p:cNvPr>
            <p:cNvSpPr/>
            <p:nvPr/>
          </p:nvSpPr>
          <p:spPr>
            <a:xfrm rot="15503060">
              <a:off x="6589462" y="3302792"/>
              <a:ext cx="516731" cy="681038"/>
            </a:xfrm>
            <a:prstGeom prst="diagStripe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D792BCD2-4DF1-4A41-AA2A-490EF252B6AD}"/>
                </a:ext>
              </a:extLst>
            </p:cNvPr>
            <p:cNvSpPr/>
            <p:nvPr/>
          </p:nvSpPr>
          <p:spPr>
            <a:xfrm rot="21428520">
              <a:off x="6762365" y="3849261"/>
              <a:ext cx="516731" cy="708500"/>
            </a:xfrm>
            <a:prstGeom prst="diagStripe">
              <a:avLst>
                <a:gd name="adj" fmla="val 0"/>
              </a:avLst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4454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7A085D-FEAC-4064-93AB-7EF3F5010C42}"/>
              </a:ext>
            </a:extLst>
          </p:cNvPr>
          <p:cNvSpPr/>
          <p:nvPr/>
        </p:nvSpPr>
        <p:spPr>
          <a:xfrm>
            <a:off x="-6477000" y="8698707"/>
            <a:ext cx="36753801" cy="1595667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6FEDCE-D739-4A87-9DBC-5E2F8E5374E1}"/>
              </a:ext>
            </a:extLst>
          </p:cNvPr>
          <p:cNvSpPr/>
          <p:nvPr/>
        </p:nvSpPr>
        <p:spPr>
          <a:xfrm>
            <a:off x="-3923071" y="-3539612"/>
            <a:ext cx="34199871" cy="1595667"/>
          </a:xfrm>
          <a:prstGeom prst="rect">
            <a:avLst/>
          </a:prstGeom>
          <a:solidFill>
            <a:srgbClr val="FFBC3F"/>
          </a:solidFill>
          <a:ln>
            <a:solidFill>
              <a:srgbClr val="FFBC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2DD1C-6A2D-4D71-B0AA-CD282D435979}"/>
              </a:ext>
            </a:extLst>
          </p:cNvPr>
          <p:cNvSpPr/>
          <p:nvPr/>
        </p:nvSpPr>
        <p:spPr>
          <a:xfrm>
            <a:off x="8110953" y="-6909451"/>
            <a:ext cx="22167431" cy="20726400"/>
          </a:xfrm>
          <a:prstGeom prst="rect">
            <a:avLst/>
          </a:prstGeom>
          <a:solidFill>
            <a:srgbClr val="4343D6"/>
          </a:solidFill>
          <a:ln>
            <a:solidFill>
              <a:srgbClr val="4343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CEEBE324-7330-4981-AF1C-152E7A670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752" y1="47729" x2="50752" y2="46667"/>
                        <a14:foregroundMark x1="57965" y1="27920" x2="57633" y2="27600"/>
                        <a14:foregroundMark x1="61808" y1="31634" x2="60535" y2="30404"/>
                        <a14:backgroundMark x1="21429" y1="26923" x2="18609" y2="55385"/>
                        <a14:backgroundMark x1="18609" y1="55385" x2="18421" y2="81282"/>
                        <a14:backgroundMark x1="18421" y1="81282" x2="18421" y2="81282"/>
                        <a14:backgroundMark x1="22180" y1="10769" x2="15414" y2="57949"/>
                        <a14:backgroundMark x1="15414" y1="57949" x2="15414" y2="61795"/>
                        <a14:backgroundMark x1="24812" y1="59231" x2="30075" y2="44872"/>
                        <a14:backgroundMark x1="30075" y1="44872" x2="26692" y2="27179"/>
                        <a14:backgroundMark x1="26692" y1="27179" x2="15414" y2="18205"/>
                        <a14:backgroundMark x1="15414" y1="18205" x2="14286" y2="25641"/>
                        <a14:backgroundMark x1="14286" y1="25641" x2="22556" y2="56667"/>
                        <a14:backgroundMark x1="22556" y1="56667" x2="24436" y2="59744"/>
                        <a14:backgroundMark x1="24248" y1="58718" x2="31767" y2="67692"/>
                        <a14:backgroundMark x1="31767" y1="67692" x2="29135" y2="76154"/>
                        <a14:backgroundMark x1="29135" y1="76154" x2="25564" y2="78718"/>
                        <a14:backgroundMark x1="25940" y1="26923" x2="29699" y2="42051"/>
                        <a14:backgroundMark x1="29699" y1="42051" x2="21241" y2="59744"/>
                        <a14:backgroundMark x1="25752" y1="58462" x2="25000" y2="36923"/>
                        <a14:backgroundMark x1="25000" y1="36923" x2="20301" y2="31282"/>
                        <a14:backgroundMark x1="20301" y1="31282" x2="19737" y2="31282"/>
                        <a14:backgroundMark x1="27632" y1="15128" x2="35902" y2="24103"/>
                        <a14:backgroundMark x1="35902" y1="24103" x2="25940" y2="37179"/>
                        <a14:backgroundMark x1="24436" y1="30769" x2="23872" y2="47179"/>
                        <a14:backgroundMark x1="23872" y1="47179" x2="19925" y2="52308"/>
                        <a14:backgroundMark x1="50752" y1="48974" x2="50000" y2="46667"/>
                        <a14:backgroundMark x1="50564" y1="48974" x2="50564" y2="46923"/>
                        <a14:backgroundMark x1="50376" y1="47179" x2="50000" y2="47179"/>
                        <a14:backgroundMark x1="51316" y1="47436" x2="51692" y2="47179"/>
                        <a14:backgroundMark x1="51504" y1="49231" x2="51128" y2="47692"/>
                        <a14:backgroundMark x1="51880" y1="48718" x2="51692" y2="48462"/>
                        <a14:backgroundMark x1="51692" y1="48462" x2="51504" y2="48462"/>
                        <a14:backgroundMark x1="50940" y1="48205" x2="50940" y2="48205"/>
                        <a14:backgroundMark x1="51128" y1="47436" x2="50940" y2="46667"/>
                        <a14:backgroundMark x1="61466" y1="19231" x2="65602" y2="29231"/>
                        <a14:backgroundMark x1="65602" y1="29231" x2="73120" y2="32051"/>
                        <a14:backgroundMark x1="73120" y1="32051" x2="75000" y2="30513"/>
                        <a14:backgroundMark x1="72932" y1="33333" x2="68797" y2="51026"/>
                        <a14:backgroundMark x1="68797" y1="51026" x2="70677" y2="64615"/>
                        <a14:backgroundMark x1="51128" y1="85128" x2="55075" y2="78205"/>
                        <a14:backgroundMark x1="55075" y1="78205" x2="65414" y2="68718"/>
                        <a14:backgroundMark x1="65414" y1="68718" x2="68609" y2="68718"/>
                        <a14:backgroundMark x1="58647" y1="77949" x2="25564" y2="73077"/>
                        <a14:backgroundMark x1="28759" y1="49744" x2="33459" y2="64103"/>
                        <a14:backgroundMark x1="33459" y1="64103" x2="33647" y2="68205"/>
                        <a14:backgroundMark x1="33459" y1="66667" x2="41541" y2="76410"/>
                        <a14:backgroundMark x1="59962" y1="72564" x2="55827" y2="75385"/>
                        <a14:backgroundMark x1="67293" y1="65385" x2="63722" y2="67949"/>
                        <a14:backgroundMark x1="68421" y1="62308" x2="65602" y2="66667"/>
                        <a14:backgroundMark x1="65789" y1="31795" x2="68985" y2="37949"/>
                        <a14:backgroundMark x1="66353" y1="32308" x2="62406" y2="36410"/>
                        <a14:backgroundMark x1="65226" y1="22564" x2="42481" y2="18974"/>
                        <a14:backgroundMark x1="42481" y1="18974" x2="38158" y2="25128"/>
                        <a14:backgroundMark x1="38158" y1="25128" x2="32895" y2="28462"/>
                        <a14:backgroundMark x1="30075" y1="45641" x2="32895" y2="39231"/>
                        <a14:backgroundMark x1="32895" y1="39231" x2="34586" y2="29744"/>
                        <a14:backgroundMark x1="34586" y1="29744" x2="34774" y2="29487"/>
                        <a14:backgroundMark x1="38910" y1="27179" x2="34023" y2="33077"/>
                        <a14:backgroundMark x1="34023" y1="33077" x2="30827" y2="40256"/>
                        <a14:backgroundMark x1="30827" y1="40256" x2="34023" y2="35385"/>
                        <a14:backgroundMark x1="37406" y1="25385" x2="37782" y2="25385"/>
                        <a14:backgroundMark x1="49624" y1="23333" x2="40414" y2="25641"/>
                        <a14:backgroundMark x1="42293" y1="24359" x2="36654" y2="30000"/>
                        <a14:backgroundMark x1="36654" y1="30000" x2="36466" y2="29744"/>
                        <a14:backgroundMark x1="50000" y1="24103" x2="58271" y2="26410"/>
                        <a14:backgroundMark x1="58271" y1="27436" x2="61278" y2="292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178" y="840527"/>
            <a:ext cx="7078035" cy="52264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B1895E4-DC97-4BFD-A3EF-0C9745AE2398}"/>
              </a:ext>
            </a:extLst>
          </p:cNvPr>
          <p:cNvSpPr/>
          <p:nvPr/>
        </p:nvSpPr>
        <p:spPr>
          <a:xfrm>
            <a:off x="4053100" y="-11277600"/>
            <a:ext cx="4056269" cy="31292800"/>
          </a:xfrm>
          <a:prstGeom prst="rect">
            <a:avLst/>
          </a:prstGeom>
          <a:solidFill>
            <a:srgbClr val="C62020"/>
          </a:solidFill>
          <a:ln>
            <a:solidFill>
              <a:srgbClr val="C620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E55A5AA-8E55-4558-9260-75AC88491F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33495" y1="22717" x2="65210" y2="20843"/>
                        <a14:backgroundMark x1="71359" y1="19204" x2="68285" y2="62998"/>
                        <a14:backgroundMark x1="68285" y1="62998" x2="59223" y2="83841"/>
                        <a14:backgroundMark x1="59223" y1="83841" x2="32201" y2="96721"/>
                        <a14:backgroundMark x1="32201" y1="96721" x2="29450" y2="97424"/>
                        <a14:backgroundMark x1="27670" y1="70492" x2="76537" y2="88759"/>
                        <a14:backgroundMark x1="68932" y1="64169" x2="32201" y2="87354"/>
                        <a14:backgroundMark x1="32201" y1="87354" x2="32039" y2="87354"/>
                        <a14:backgroundMark x1="23625" y1="46604" x2="44822" y2="78454"/>
                        <a14:backgroundMark x1="75728" y1="36300" x2="39482" y2="9368"/>
                        <a14:backgroundMark x1="54045" y1="18501" x2="43204" y2="28571"/>
                        <a14:backgroundMark x1="43204" y1="28571" x2="30906" y2="9602"/>
                        <a14:backgroundMark x1="37217" y1="25527" x2="34466" y2="37939"/>
                        <a14:backgroundMark x1="34466" y1="37939" x2="34142" y2="56206"/>
                        <a14:backgroundMark x1="60194" y1="66979" x2="69417" y2="48478"/>
                        <a14:backgroundMark x1="67799" y1="43326" x2="64563" y2="58782"/>
                        <a14:backgroundMark x1="64563" y1="58782" x2="64563" y2="59251"/>
                        <a14:backgroundMark x1="64887" y1="53630" x2="65372" y2="20375"/>
                        <a14:backgroundMark x1="59223" y1="24824" x2="51133" y2="28337"/>
                        <a14:backgroundMark x1="51133" y1="28337" x2="40777" y2="23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667" t="25179" r="31072" b="24040"/>
          <a:stretch/>
        </p:blipFill>
        <p:spPr>
          <a:xfrm>
            <a:off x="3926114" y="1862426"/>
            <a:ext cx="4542971" cy="3483429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7EC5428-9E31-4CF8-A849-A827404808D0}"/>
              </a:ext>
            </a:extLst>
          </p:cNvPr>
          <p:cNvGrpSpPr/>
          <p:nvPr/>
        </p:nvGrpSpPr>
        <p:grpSpPr>
          <a:xfrm rot="9117790">
            <a:off x="-11190165" y="-9579430"/>
            <a:ext cx="15752133" cy="31292800"/>
            <a:chOff x="-8473037" y="332804"/>
            <a:chExt cx="15752133" cy="31292800"/>
          </a:xfrm>
          <a:solidFill>
            <a:srgbClr val="FFA300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C37EB4-123E-4160-9954-E8A1A6B08AC3}"/>
                </a:ext>
              </a:extLst>
            </p:cNvPr>
            <p:cNvSpPr/>
            <p:nvPr/>
          </p:nvSpPr>
          <p:spPr>
            <a:xfrm rot="1692554">
              <a:off x="-8473037" y="332804"/>
              <a:ext cx="8142596" cy="31292800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429645-119D-4191-B6E1-C17BAA9FAA8E}"/>
                </a:ext>
              </a:extLst>
            </p:cNvPr>
            <p:cNvSpPr/>
            <p:nvPr/>
          </p:nvSpPr>
          <p:spPr>
            <a:xfrm rot="1518011">
              <a:off x="-1024182" y="1936353"/>
              <a:ext cx="8142596" cy="1464921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DE4A5FB-4681-451C-92C0-C92C96A31AD7}"/>
                </a:ext>
              </a:extLst>
            </p:cNvPr>
            <p:cNvSpPr/>
            <p:nvPr/>
          </p:nvSpPr>
          <p:spPr>
            <a:xfrm rot="7281063">
              <a:off x="538351" y="6239126"/>
              <a:ext cx="7902528" cy="1464921"/>
            </a:xfrm>
            <a:prstGeom prst="rect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Diagonal Stripe 29">
              <a:extLst>
                <a:ext uri="{FF2B5EF4-FFF2-40B4-BE49-F238E27FC236}">
                  <a16:creationId xmlns:a16="http://schemas.microsoft.com/office/drawing/2014/main" id="{C3912D7F-8266-4F87-BD50-4F817D2CCC6C}"/>
                </a:ext>
              </a:extLst>
            </p:cNvPr>
            <p:cNvSpPr/>
            <p:nvPr/>
          </p:nvSpPr>
          <p:spPr>
            <a:xfrm rot="15503060">
              <a:off x="6589462" y="3302792"/>
              <a:ext cx="516731" cy="681038"/>
            </a:xfrm>
            <a:prstGeom prst="diagStripe">
              <a:avLst/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Diagonal Stripe 30">
              <a:extLst>
                <a:ext uri="{FF2B5EF4-FFF2-40B4-BE49-F238E27FC236}">
                  <a16:creationId xmlns:a16="http://schemas.microsoft.com/office/drawing/2014/main" id="{27DFCD83-A9E3-4256-BEE9-A6FE46FA68C8}"/>
                </a:ext>
              </a:extLst>
            </p:cNvPr>
            <p:cNvSpPr/>
            <p:nvPr/>
          </p:nvSpPr>
          <p:spPr>
            <a:xfrm rot="21428520">
              <a:off x="6762365" y="3849261"/>
              <a:ext cx="516731" cy="708500"/>
            </a:xfrm>
            <a:prstGeom prst="diagStripe">
              <a:avLst>
                <a:gd name="adj" fmla="val 0"/>
              </a:avLst>
            </a:prstGeom>
            <a:grpFill/>
            <a:ln>
              <a:solidFill>
                <a:srgbClr val="FFA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A7BEC0E6-4DEA-4D36-A6C9-648CA15EBF1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312" b="85298" l="10000" r="90000">
                        <a14:backgroundMark x1="27469" y1="32134" x2="32562" y2="83290"/>
                        <a14:backgroundMark x1="74691" y1="10283" x2="86265" y2="94087"/>
                        <a14:backgroundMark x1="75309" y1="29049" x2="70679" y2="56298"/>
                        <a14:backgroundMark x1="70679" y1="56298" x2="72222" y2="90488"/>
                        <a14:backgroundMark x1="72222" y1="90488" x2="72222" y2="90488"/>
                        <a14:backgroundMark x1="31636" y1="60411" x2="33488" y2="67352"/>
                        <a14:backgroundMark x1="33488" y1="67352" x2="33488" y2="67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656" t="19410" r="32188" b="20433"/>
          <a:stretch/>
        </p:blipFill>
        <p:spPr>
          <a:xfrm rot="12045573">
            <a:off x="15510598" y="2389858"/>
            <a:ext cx="2072516" cy="212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49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42DD1C-6A2D-4D71-B0AA-CD282D435979}"/>
              </a:ext>
            </a:extLst>
          </p:cNvPr>
          <p:cNvSpPr/>
          <p:nvPr/>
        </p:nvSpPr>
        <p:spPr>
          <a:xfrm rot="16200000">
            <a:off x="-11746706" y="-6031156"/>
            <a:ext cx="37055911" cy="20726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F5C242-2439-45FE-A238-5D0060C93556}"/>
              </a:ext>
            </a:extLst>
          </p:cNvPr>
          <p:cNvSpPr/>
          <p:nvPr/>
        </p:nvSpPr>
        <p:spPr>
          <a:xfrm rot="16200000">
            <a:off x="10886956" y="-11758964"/>
            <a:ext cx="3030953" cy="312928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E7D4A1-29F0-49B5-9BC6-76E965BE4D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3495" y1="22717" x2="65210" y2="20843"/>
                        <a14:backgroundMark x1="71359" y1="19204" x2="68285" y2="62998"/>
                        <a14:backgroundMark x1="68285" y1="62998" x2="59223" y2="83841"/>
                        <a14:backgroundMark x1="59223" y1="83841" x2="32201" y2="96721"/>
                        <a14:backgroundMark x1="32201" y1="96721" x2="29450" y2="97424"/>
                        <a14:backgroundMark x1="27670" y1="70492" x2="76537" y2="88759"/>
                        <a14:backgroundMark x1="68932" y1="64169" x2="32201" y2="87354"/>
                        <a14:backgroundMark x1="32201" y1="87354" x2="32039" y2="87354"/>
                        <a14:backgroundMark x1="23625" y1="46604" x2="44822" y2="78454"/>
                        <a14:backgroundMark x1="75728" y1="36300" x2="39482" y2="9368"/>
                        <a14:backgroundMark x1="54045" y1="18501" x2="43204" y2="28571"/>
                        <a14:backgroundMark x1="43204" y1="28571" x2="30906" y2="9602"/>
                        <a14:backgroundMark x1="37217" y1="25527" x2="34466" y2="37939"/>
                        <a14:backgroundMark x1="34466" y1="37939" x2="34142" y2="56206"/>
                        <a14:backgroundMark x1="60194" y1="66979" x2="69417" y2="48478"/>
                        <a14:backgroundMark x1="67799" y1="43326" x2="64563" y2="58782"/>
                        <a14:backgroundMark x1="64563" y1="58782" x2="64563" y2="59251"/>
                        <a14:backgroundMark x1="64887" y1="53630" x2="65372" y2="20375"/>
                        <a14:backgroundMark x1="59223" y1="24824" x2="51133" y2="28337"/>
                        <a14:backgroundMark x1="51133" y1="28337" x2="40777" y2="23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667" t="25179" r="31072" b="24040"/>
          <a:stretch/>
        </p:blipFill>
        <p:spPr>
          <a:xfrm rot="9057829">
            <a:off x="36809330" y="1687285"/>
            <a:ext cx="3394630" cy="348342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3482D27-481E-4725-91C2-840236ED24EC}"/>
              </a:ext>
            </a:extLst>
          </p:cNvPr>
          <p:cNvGrpSpPr/>
          <p:nvPr/>
        </p:nvGrpSpPr>
        <p:grpSpPr>
          <a:xfrm rot="3717790">
            <a:off x="-1777142" y="925326"/>
            <a:ext cx="25867376" cy="31292800"/>
            <a:chOff x="-9720268" y="1494631"/>
            <a:chExt cx="16999364" cy="31292800"/>
          </a:xfrm>
          <a:solidFill>
            <a:srgbClr val="FFCE00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409B2C-0496-4608-B2E5-8E74C78AEBC2}"/>
                </a:ext>
              </a:extLst>
            </p:cNvPr>
            <p:cNvSpPr/>
            <p:nvPr/>
          </p:nvSpPr>
          <p:spPr>
            <a:xfrm rot="1692554">
              <a:off x="-9720268" y="1494631"/>
              <a:ext cx="8142595" cy="31292800"/>
            </a:xfrm>
            <a:prstGeom prst="rect">
              <a:avLst/>
            </a:prstGeom>
            <a:grpFill/>
            <a:ln>
              <a:solidFill>
                <a:srgbClr val="FFC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B80B91-C4A6-4120-B775-F2E77D048517}"/>
                </a:ext>
              </a:extLst>
            </p:cNvPr>
            <p:cNvSpPr/>
            <p:nvPr/>
          </p:nvSpPr>
          <p:spPr>
            <a:xfrm rot="1518011">
              <a:off x="-1024182" y="1936353"/>
              <a:ext cx="8142596" cy="1464921"/>
            </a:xfrm>
            <a:prstGeom prst="rect">
              <a:avLst/>
            </a:prstGeom>
            <a:grpFill/>
            <a:ln>
              <a:solidFill>
                <a:srgbClr val="FFC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677941-7AB6-490C-8EA3-83E5E1FB93A1}"/>
                </a:ext>
              </a:extLst>
            </p:cNvPr>
            <p:cNvSpPr/>
            <p:nvPr/>
          </p:nvSpPr>
          <p:spPr>
            <a:xfrm rot="7281063">
              <a:off x="538351" y="6239126"/>
              <a:ext cx="7902528" cy="1464921"/>
            </a:xfrm>
            <a:prstGeom prst="rect">
              <a:avLst/>
            </a:prstGeom>
            <a:grpFill/>
            <a:ln>
              <a:solidFill>
                <a:srgbClr val="FFC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Diagonal Stripe 13">
              <a:extLst>
                <a:ext uri="{FF2B5EF4-FFF2-40B4-BE49-F238E27FC236}">
                  <a16:creationId xmlns:a16="http://schemas.microsoft.com/office/drawing/2014/main" id="{A31EB946-210C-4DE2-92CF-CE9062120C6B}"/>
                </a:ext>
              </a:extLst>
            </p:cNvPr>
            <p:cNvSpPr/>
            <p:nvPr/>
          </p:nvSpPr>
          <p:spPr>
            <a:xfrm rot="15503060">
              <a:off x="6589462" y="3302792"/>
              <a:ext cx="516731" cy="681038"/>
            </a:xfrm>
            <a:prstGeom prst="diagStripe">
              <a:avLst/>
            </a:prstGeom>
            <a:grpFill/>
            <a:ln>
              <a:solidFill>
                <a:srgbClr val="FFC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71AF0C4C-F0E1-43C1-87DD-098CD2439751}"/>
                </a:ext>
              </a:extLst>
            </p:cNvPr>
            <p:cNvSpPr/>
            <p:nvPr/>
          </p:nvSpPr>
          <p:spPr>
            <a:xfrm rot="21428520">
              <a:off x="6762365" y="3849261"/>
              <a:ext cx="516731" cy="708500"/>
            </a:xfrm>
            <a:prstGeom prst="diagStripe">
              <a:avLst>
                <a:gd name="adj" fmla="val 0"/>
              </a:avLst>
            </a:prstGeom>
            <a:grpFill/>
            <a:ln>
              <a:solidFill>
                <a:srgbClr val="FFC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51AD5-A155-4684-BF25-4B65B6BDCBFA}"/>
              </a:ext>
            </a:extLst>
          </p:cNvPr>
          <p:cNvSpPr/>
          <p:nvPr/>
        </p:nvSpPr>
        <p:spPr>
          <a:xfrm rot="18047180">
            <a:off x="6971490" y="-11806415"/>
            <a:ext cx="4152900" cy="2152650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7E70D8-44B8-4DAC-B505-83FCB7C47DF4}"/>
              </a:ext>
            </a:extLst>
          </p:cNvPr>
          <p:cNvSpPr/>
          <p:nvPr/>
        </p:nvSpPr>
        <p:spPr>
          <a:xfrm rot="12423185">
            <a:off x="5408144" y="-11370902"/>
            <a:ext cx="4200560" cy="2152650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588BCE-A584-4768-848A-6BD8777399F5}"/>
              </a:ext>
            </a:extLst>
          </p:cNvPr>
          <p:cNvSpPr/>
          <p:nvPr/>
        </p:nvSpPr>
        <p:spPr>
          <a:xfrm rot="12244390">
            <a:off x="4208376" y="-11734244"/>
            <a:ext cx="4200560" cy="2008306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6DB0C4-5616-4180-8A11-8F7DCEEAC6A3}"/>
              </a:ext>
            </a:extLst>
          </p:cNvPr>
          <p:cNvSpPr/>
          <p:nvPr/>
        </p:nvSpPr>
        <p:spPr>
          <a:xfrm rot="12244390">
            <a:off x="2049514" y="-12681171"/>
            <a:ext cx="4200560" cy="2008306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4CBFC042-9E5F-4425-A2DA-7B133AE822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2" b="85298" l="10000" r="90000">
                        <a14:backgroundMark x1="27469" y1="32134" x2="32562" y2="83290"/>
                        <a14:backgroundMark x1="74691" y1="10283" x2="86265" y2="94087"/>
                        <a14:backgroundMark x1="75309" y1="29049" x2="70679" y2="56298"/>
                        <a14:backgroundMark x1="70679" y1="56298" x2="72222" y2="90488"/>
                        <a14:backgroundMark x1="72222" y1="90488" x2="72222" y2="90488"/>
                        <a14:backgroundMark x1="31636" y1="60411" x2="33488" y2="67352"/>
                        <a14:backgroundMark x1="33488" y1="67352" x2="33488" y2="67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656" t="19410" r="32188" b="20433"/>
          <a:stretch/>
        </p:blipFill>
        <p:spPr>
          <a:xfrm>
            <a:off x="3981450" y="1352550"/>
            <a:ext cx="42862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10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89424E-C832-45D7-8715-FCCDAA715CFD}"/>
              </a:ext>
            </a:extLst>
          </p:cNvPr>
          <p:cNvSpPr/>
          <p:nvPr/>
        </p:nvSpPr>
        <p:spPr>
          <a:xfrm rot="16200000">
            <a:off x="-11746706" y="-6031156"/>
            <a:ext cx="37055911" cy="20726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9386CB-97E6-4102-986A-A5461E15952B}"/>
              </a:ext>
            </a:extLst>
          </p:cNvPr>
          <p:cNvSpPr/>
          <p:nvPr/>
        </p:nvSpPr>
        <p:spPr>
          <a:xfrm rot="12737789">
            <a:off x="8446421" y="-6049281"/>
            <a:ext cx="10314183" cy="24635279"/>
          </a:xfrm>
          <a:prstGeom prst="rect">
            <a:avLst/>
          </a:prstGeom>
          <a:solidFill>
            <a:srgbClr val="E83425"/>
          </a:solidFill>
          <a:ln>
            <a:solidFill>
              <a:srgbClr val="E83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AD6855-21D8-4107-8FE0-7310A6177106}"/>
              </a:ext>
            </a:extLst>
          </p:cNvPr>
          <p:cNvGrpSpPr/>
          <p:nvPr/>
        </p:nvGrpSpPr>
        <p:grpSpPr>
          <a:xfrm>
            <a:off x="-8441002" y="327403"/>
            <a:ext cx="15752133" cy="31292800"/>
            <a:chOff x="-8473037" y="332804"/>
            <a:chExt cx="15752133" cy="31292800"/>
          </a:xfrm>
          <a:solidFill>
            <a:srgbClr val="F8CE48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94CACD-6A33-41A3-B4FB-E8D34D54416A}"/>
                </a:ext>
              </a:extLst>
            </p:cNvPr>
            <p:cNvSpPr/>
            <p:nvPr/>
          </p:nvSpPr>
          <p:spPr>
            <a:xfrm rot="1692554">
              <a:off x="-8473037" y="332804"/>
              <a:ext cx="8142596" cy="31292800"/>
            </a:xfrm>
            <a:prstGeom prst="rect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7E302A-DE9A-4AB9-9639-6987DA7A072F}"/>
                </a:ext>
              </a:extLst>
            </p:cNvPr>
            <p:cNvSpPr/>
            <p:nvPr/>
          </p:nvSpPr>
          <p:spPr>
            <a:xfrm rot="1518011">
              <a:off x="-1024182" y="1936353"/>
              <a:ext cx="8142596" cy="1464921"/>
            </a:xfrm>
            <a:prstGeom prst="rect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B74198-F8EE-41A0-8334-32094D618341}"/>
                </a:ext>
              </a:extLst>
            </p:cNvPr>
            <p:cNvSpPr/>
            <p:nvPr/>
          </p:nvSpPr>
          <p:spPr>
            <a:xfrm rot="7281063">
              <a:off x="538351" y="6239126"/>
              <a:ext cx="7902528" cy="1464921"/>
            </a:xfrm>
            <a:prstGeom prst="rect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Diagonal Stripe 10">
              <a:extLst>
                <a:ext uri="{FF2B5EF4-FFF2-40B4-BE49-F238E27FC236}">
                  <a16:creationId xmlns:a16="http://schemas.microsoft.com/office/drawing/2014/main" id="{707C3B94-698F-44BC-B032-412BCF8AB7E5}"/>
                </a:ext>
              </a:extLst>
            </p:cNvPr>
            <p:cNvSpPr/>
            <p:nvPr/>
          </p:nvSpPr>
          <p:spPr>
            <a:xfrm rot="15503060">
              <a:off x="6589462" y="3302792"/>
              <a:ext cx="516731" cy="681038"/>
            </a:xfrm>
            <a:prstGeom prst="diagStripe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Diagonal Stripe 11">
              <a:extLst>
                <a:ext uri="{FF2B5EF4-FFF2-40B4-BE49-F238E27FC236}">
                  <a16:creationId xmlns:a16="http://schemas.microsoft.com/office/drawing/2014/main" id="{C751090B-4013-4795-B15C-DFCF6B0F7BFD}"/>
                </a:ext>
              </a:extLst>
            </p:cNvPr>
            <p:cNvSpPr/>
            <p:nvPr/>
          </p:nvSpPr>
          <p:spPr>
            <a:xfrm rot="21428520">
              <a:off x="6762365" y="3849261"/>
              <a:ext cx="516731" cy="708500"/>
            </a:xfrm>
            <a:prstGeom prst="diagStripe">
              <a:avLst>
                <a:gd name="adj" fmla="val 0"/>
              </a:avLst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67CFD99-F54F-4174-A162-DC8296832E75}"/>
              </a:ext>
            </a:extLst>
          </p:cNvPr>
          <p:cNvSpPr/>
          <p:nvPr/>
        </p:nvSpPr>
        <p:spPr>
          <a:xfrm rot="18047180">
            <a:off x="6083206" y="-800099"/>
            <a:ext cx="4152900" cy="2152650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DD0D81-ED0D-4C9E-B36B-96B09BFA2660}"/>
              </a:ext>
            </a:extLst>
          </p:cNvPr>
          <p:cNvSpPr/>
          <p:nvPr/>
        </p:nvSpPr>
        <p:spPr>
          <a:xfrm rot="12423185">
            <a:off x="4519860" y="-364586"/>
            <a:ext cx="4200560" cy="2152650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114EB-2C03-4A9B-A773-622FCC7FD4B2}"/>
              </a:ext>
            </a:extLst>
          </p:cNvPr>
          <p:cNvSpPr/>
          <p:nvPr/>
        </p:nvSpPr>
        <p:spPr>
          <a:xfrm rot="12244390">
            <a:off x="3320092" y="-727928"/>
            <a:ext cx="4200560" cy="2008306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06ACF-C175-4BB1-AF6F-37AE316C5156}"/>
              </a:ext>
            </a:extLst>
          </p:cNvPr>
          <p:cNvSpPr/>
          <p:nvPr/>
        </p:nvSpPr>
        <p:spPr>
          <a:xfrm rot="12244390">
            <a:off x="1161230" y="-1674855"/>
            <a:ext cx="4200560" cy="2008306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0E94485-B63B-4718-ADD4-35D03A1E4B29}"/>
              </a:ext>
            </a:extLst>
          </p:cNvPr>
          <p:cNvGrpSpPr/>
          <p:nvPr/>
        </p:nvGrpSpPr>
        <p:grpSpPr>
          <a:xfrm>
            <a:off x="4559478" y="25382105"/>
            <a:ext cx="3869635" cy="3865556"/>
            <a:chOff x="4161181" y="1496222"/>
            <a:chExt cx="3869635" cy="3865556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5AC4826-7E70-4AD0-B92B-B98BC9A0FCA6}"/>
                </a:ext>
              </a:extLst>
            </p:cNvPr>
            <p:cNvSpPr/>
            <p:nvPr/>
          </p:nvSpPr>
          <p:spPr>
            <a:xfrm rot="21020908">
              <a:off x="4161181" y="1496222"/>
              <a:ext cx="3869635" cy="3865556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5960383-6BEF-4623-862E-29572056B9F3}"/>
                </a:ext>
              </a:extLst>
            </p:cNvPr>
            <p:cNvSpPr/>
            <p:nvPr/>
          </p:nvSpPr>
          <p:spPr>
            <a:xfrm rot="15873845">
              <a:off x="4974797" y="2321407"/>
              <a:ext cx="2242404" cy="22151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28C4EC9D-CC69-4530-BA25-A9E4450D3467}"/>
              </a:ext>
            </a:extLst>
          </p:cNvPr>
          <p:cNvSpPr/>
          <p:nvPr/>
        </p:nvSpPr>
        <p:spPr>
          <a:xfrm rot="3646973">
            <a:off x="4513025" y="28028471"/>
            <a:ext cx="1306011" cy="200768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59E210-C488-4F7A-B301-DB1B009F0810}"/>
              </a:ext>
            </a:extLst>
          </p:cNvPr>
          <p:cNvSpPr/>
          <p:nvPr/>
        </p:nvSpPr>
        <p:spPr>
          <a:xfrm rot="3646973">
            <a:off x="7238533" y="26282961"/>
            <a:ext cx="1306011" cy="358776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C38881-73AD-40A3-B26B-A2DE4984323B}"/>
              </a:ext>
            </a:extLst>
          </p:cNvPr>
          <p:cNvSpPr/>
          <p:nvPr/>
        </p:nvSpPr>
        <p:spPr>
          <a:xfrm rot="7192605">
            <a:off x="7222479" y="27898842"/>
            <a:ext cx="1295166" cy="479489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45BDCE-6FAA-4351-AB97-6CE49202D077}"/>
              </a:ext>
            </a:extLst>
          </p:cNvPr>
          <p:cNvSpPr/>
          <p:nvPr/>
        </p:nvSpPr>
        <p:spPr>
          <a:xfrm rot="17955028">
            <a:off x="4548218" y="26498706"/>
            <a:ext cx="1306011" cy="116399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Logo&#10;&#10;Description automatically generated">
            <a:extLst>
              <a:ext uri="{FF2B5EF4-FFF2-40B4-BE49-F238E27FC236}">
                <a16:creationId xmlns:a16="http://schemas.microsoft.com/office/drawing/2014/main" id="{2D40AF31-768D-429E-A4BF-D5D22A4F8D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312" b="85298" l="10000" r="90000">
                        <a14:backgroundMark x1="27469" y1="32134" x2="32562" y2="83290"/>
                        <a14:backgroundMark x1="74691" y1="10283" x2="86265" y2="94087"/>
                        <a14:backgroundMark x1="75309" y1="29049" x2="70679" y2="56298"/>
                        <a14:backgroundMark x1="70679" y1="56298" x2="72222" y2="90488"/>
                        <a14:backgroundMark x1="72222" y1="90488" x2="72222" y2="90488"/>
                        <a14:backgroundMark x1="31636" y1="60411" x2="33488" y2="67352"/>
                        <a14:backgroundMark x1="33488" y1="67352" x2="33488" y2="67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656" t="19410" r="32188" b="20433"/>
          <a:stretch/>
        </p:blipFill>
        <p:spPr>
          <a:xfrm rot="8691935">
            <a:off x="-11486232" y="2438146"/>
            <a:ext cx="1662133" cy="170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4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089573-DFE6-48B4-ACFA-790481133575}"/>
              </a:ext>
            </a:extLst>
          </p:cNvPr>
          <p:cNvSpPr/>
          <p:nvPr/>
        </p:nvSpPr>
        <p:spPr>
          <a:xfrm rot="16200000">
            <a:off x="-11746706" y="-6031156"/>
            <a:ext cx="37055911" cy="20726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08B83-12DF-42D2-A10E-EA124E03D639}"/>
              </a:ext>
            </a:extLst>
          </p:cNvPr>
          <p:cNvSpPr/>
          <p:nvPr/>
        </p:nvSpPr>
        <p:spPr>
          <a:xfrm rot="12737789">
            <a:off x="25703894" y="1278456"/>
            <a:ext cx="10314183" cy="24635279"/>
          </a:xfrm>
          <a:prstGeom prst="rect">
            <a:avLst/>
          </a:prstGeom>
          <a:solidFill>
            <a:srgbClr val="E83425"/>
          </a:solidFill>
          <a:ln>
            <a:solidFill>
              <a:srgbClr val="E83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8ECD72-73E2-4B6C-9DA2-9585F46A3F4A}"/>
              </a:ext>
            </a:extLst>
          </p:cNvPr>
          <p:cNvGrpSpPr/>
          <p:nvPr/>
        </p:nvGrpSpPr>
        <p:grpSpPr>
          <a:xfrm>
            <a:off x="-20198397" y="6268358"/>
            <a:ext cx="15752133" cy="31292800"/>
            <a:chOff x="-8473037" y="332804"/>
            <a:chExt cx="15752133" cy="31292800"/>
          </a:xfrm>
          <a:solidFill>
            <a:srgbClr val="F8CE48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6570C8-1541-4E03-96A3-F4E0F9499A86}"/>
                </a:ext>
              </a:extLst>
            </p:cNvPr>
            <p:cNvSpPr/>
            <p:nvPr/>
          </p:nvSpPr>
          <p:spPr>
            <a:xfrm rot="1692554">
              <a:off x="-8473037" y="332804"/>
              <a:ext cx="8142596" cy="31292800"/>
            </a:xfrm>
            <a:prstGeom prst="rect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7D9609-144E-4983-A1EF-09DA04942835}"/>
                </a:ext>
              </a:extLst>
            </p:cNvPr>
            <p:cNvSpPr/>
            <p:nvPr/>
          </p:nvSpPr>
          <p:spPr>
            <a:xfrm rot="1518011">
              <a:off x="-1024182" y="1936353"/>
              <a:ext cx="8142596" cy="1464921"/>
            </a:xfrm>
            <a:prstGeom prst="rect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BCBEEC-E1B5-4CC0-9798-C4438B5E2819}"/>
                </a:ext>
              </a:extLst>
            </p:cNvPr>
            <p:cNvSpPr/>
            <p:nvPr/>
          </p:nvSpPr>
          <p:spPr>
            <a:xfrm rot="7281063">
              <a:off x="538351" y="6239126"/>
              <a:ext cx="7902528" cy="1464921"/>
            </a:xfrm>
            <a:prstGeom prst="rect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Diagonal Stripe 10">
              <a:extLst>
                <a:ext uri="{FF2B5EF4-FFF2-40B4-BE49-F238E27FC236}">
                  <a16:creationId xmlns:a16="http://schemas.microsoft.com/office/drawing/2014/main" id="{0F2C141A-8FD0-4AA8-8C8A-39AFC86E8F38}"/>
                </a:ext>
              </a:extLst>
            </p:cNvPr>
            <p:cNvSpPr/>
            <p:nvPr/>
          </p:nvSpPr>
          <p:spPr>
            <a:xfrm rot="15503060">
              <a:off x="6589462" y="3302792"/>
              <a:ext cx="516731" cy="681038"/>
            </a:xfrm>
            <a:prstGeom prst="diagStripe">
              <a:avLst/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Diagonal Stripe 11">
              <a:extLst>
                <a:ext uri="{FF2B5EF4-FFF2-40B4-BE49-F238E27FC236}">
                  <a16:creationId xmlns:a16="http://schemas.microsoft.com/office/drawing/2014/main" id="{3828AEEB-FE5B-416A-8222-C9655BEF4F0E}"/>
                </a:ext>
              </a:extLst>
            </p:cNvPr>
            <p:cNvSpPr/>
            <p:nvPr/>
          </p:nvSpPr>
          <p:spPr>
            <a:xfrm rot="21428520">
              <a:off x="6762365" y="3849261"/>
              <a:ext cx="516731" cy="708500"/>
            </a:xfrm>
            <a:prstGeom prst="diagStripe">
              <a:avLst>
                <a:gd name="adj" fmla="val 0"/>
              </a:avLst>
            </a:prstGeom>
            <a:grpFill/>
            <a:ln>
              <a:solidFill>
                <a:srgbClr val="F8CE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36F569F-775A-4EAF-A826-0E23AF9B70CD}"/>
              </a:ext>
            </a:extLst>
          </p:cNvPr>
          <p:cNvSpPr/>
          <p:nvPr/>
        </p:nvSpPr>
        <p:spPr>
          <a:xfrm rot="18047180">
            <a:off x="6590490" y="-9762237"/>
            <a:ext cx="4152900" cy="2152650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C77788-CC55-4326-B1DB-3567E8F40D52}"/>
              </a:ext>
            </a:extLst>
          </p:cNvPr>
          <p:cNvSpPr/>
          <p:nvPr/>
        </p:nvSpPr>
        <p:spPr>
          <a:xfrm rot="12423185">
            <a:off x="5027144" y="-9326724"/>
            <a:ext cx="4200560" cy="2152650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20A6C3-55E2-4401-BF54-73298B9461DE}"/>
              </a:ext>
            </a:extLst>
          </p:cNvPr>
          <p:cNvSpPr/>
          <p:nvPr/>
        </p:nvSpPr>
        <p:spPr>
          <a:xfrm rot="12244390">
            <a:off x="3827376" y="-9690066"/>
            <a:ext cx="4200560" cy="2008306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11126E-A3A9-477E-A398-ED0A25CD14D9}"/>
              </a:ext>
            </a:extLst>
          </p:cNvPr>
          <p:cNvSpPr/>
          <p:nvPr/>
        </p:nvSpPr>
        <p:spPr>
          <a:xfrm rot="12244390">
            <a:off x="1668514" y="-10636993"/>
            <a:ext cx="4200560" cy="2008306"/>
          </a:xfrm>
          <a:prstGeom prst="rect">
            <a:avLst/>
          </a:prstGeom>
          <a:solidFill>
            <a:srgbClr val="264911"/>
          </a:solidFill>
          <a:ln>
            <a:solidFill>
              <a:srgbClr val="264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ECA7D2-823B-420B-9982-21696E9816F9}"/>
              </a:ext>
            </a:extLst>
          </p:cNvPr>
          <p:cNvGrpSpPr/>
          <p:nvPr/>
        </p:nvGrpSpPr>
        <p:grpSpPr>
          <a:xfrm>
            <a:off x="4161181" y="1496222"/>
            <a:ext cx="3869635" cy="3865556"/>
            <a:chOff x="4161181" y="1496222"/>
            <a:chExt cx="3869635" cy="386555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82438EA-4505-4F0A-A2AB-C36F5274A709}"/>
                </a:ext>
              </a:extLst>
            </p:cNvPr>
            <p:cNvSpPr/>
            <p:nvPr/>
          </p:nvSpPr>
          <p:spPr>
            <a:xfrm rot="21020908">
              <a:off x="4161181" y="1496222"/>
              <a:ext cx="3869635" cy="3865556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838FE1-D9D9-40C1-BC37-47FFA4DB2DE5}"/>
                </a:ext>
              </a:extLst>
            </p:cNvPr>
            <p:cNvSpPr/>
            <p:nvPr/>
          </p:nvSpPr>
          <p:spPr>
            <a:xfrm rot="15873845">
              <a:off x="4974797" y="2321407"/>
              <a:ext cx="2242404" cy="22151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50DB6AC-D9FE-4CEB-BF2F-5C07FC5B8C48}"/>
              </a:ext>
            </a:extLst>
          </p:cNvPr>
          <p:cNvSpPr/>
          <p:nvPr/>
        </p:nvSpPr>
        <p:spPr>
          <a:xfrm rot="3646973">
            <a:off x="4114728" y="4142588"/>
            <a:ext cx="1306011" cy="200768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F76882-B2DD-4869-AA39-C74D8BAFFA15}"/>
              </a:ext>
            </a:extLst>
          </p:cNvPr>
          <p:cNvSpPr/>
          <p:nvPr/>
        </p:nvSpPr>
        <p:spPr>
          <a:xfrm rot="3646973">
            <a:off x="6840236" y="2397078"/>
            <a:ext cx="1306011" cy="358776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2B837D-47E2-4111-ACF2-4871FEF94B93}"/>
              </a:ext>
            </a:extLst>
          </p:cNvPr>
          <p:cNvSpPr/>
          <p:nvPr/>
        </p:nvSpPr>
        <p:spPr>
          <a:xfrm rot="7192605">
            <a:off x="6824182" y="4012959"/>
            <a:ext cx="1295166" cy="479489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9A4460-2763-410E-B381-A349F7C0F355}"/>
              </a:ext>
            </a:extLst>
          </p:cNvPr>
          <p:cNvSpPr/>
          <p:nvPr/>
        </p:nvSpPr>
        <p:spPr>
          <a:xfrm rot="17955028">
            <a:off x="4149921" y="2612823"/>
            <a:ext cx="1306011" cy="116399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29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961B98-C5E3-4993-8D8E-0A959454426D}"/>
              </a:ext>
            </a:extLst>
          </p:cNvPr>
          <p:cNvSpPr/>
          <p:nvPr/>
        </p:nvSpPr>
        <p:spPr>
          <a:xfrm>
            <a:off x="-1447804" y="-1252803"/>
            <a:ext cx="13639804" cy="81108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8484BE-1893-4D1B-8FE4-E58DA66F9723}"/>
              </a:ext>
            </a:extLst>
          </p:cNvPr>
          <p:cNvGrpSpPr/>
          <p:nvPr/>
        </p:nvGrpSpPr>
        <p:grpSpPr>
          <a:xfrm>
            <a:off x="4161181" y="1496222"/>
            <a:ext cx="3869635" cy="3865556"/>
            <a:chOff x="4161181" y="1496222"/>
            <a:chExt cx="3869635" cy="386555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798D74F-01CF-463E-B9EC-95710FC3677C}"/>
                </a:ext>
              </a:extLst>
            </p:cNvPr>
            <p:cNvSpPr/>
            <p:nvPr/>
          </p:nvSpPr>
          <p:spPr>
            <a:xfrm rot="21020908">
              <a:off x="4161181" y="1496222"/>
              <a:ext cx="3869635" cy="3865556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CEB2713-CB04-4628-9A5A-8D5FA59B1A95}"/>
                </a:ext>
              </a:extLst>
            </p:cNvPr>
            <p:cNvSpPr/>
            <p:nvPr/>
          </p:nvSpPr>
          <p:spPr>
            <a:xfrm rot="15873845">
              <a:off x="4974797" y="2321407"/>
              <a:ext cx="2242404" cy="221518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46843A-9D41-486D-A94F-A7504EF20159}"/>
              </a:ext>
            </a:extLst>
          </p:cNvPr>
          <p:cNvSpPr/>
          <p:nvPr/>
        </p:nvSpPr>
        <p:spPr>
          <a:xfrm rot="3646973">
            <a:off x="1210150" y="2439065"/>
            <a:ext cx="1306011" cy="6856718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C0B258-8A46-4E18-A952-6F2614E2631E}"/>
              </a:ext>
            </a:extLst>
          </p:cNvPr>
          <p:cNvSpPr/>
          <p:nvPr/>
        </p:nvSpPr>
        <p:spPr>
          <a:xfrm rot="3646973">
            <a:off x="9675860" y="-2437782"/>
            <a:ext cx="1306011" cy="6856718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ED258-EA5A-4E12-AA96-3C3DA184F9B3}"/>
              </a:ext>
            </a:extLst>
          </p:cNvPr>
          <p:cNvSpPr/>
          <p:nvPr/>
        </p:nvSpPr>
        <p:spPr>
          <a:xfrm rot="7192605">
            <a:off x="9589026" y="2412708"/>
            <a:ext cx="1295166" cy="6856718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A30EBC-DAF5-4324-87FF-D69B07983E9F}"/>
              </a:ext>
            </a:extLst>
          </p:cNvPr>
          <p:cNvSpPr/>
          <p:nvPr/>
        </p:nvSpPr>
        <p:spPr>
          <a:xfrm rot="17955028">
            <a:off x="1209484" y="-2404091"/>
            <a:ext cx="1306011" cy="6856718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48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7EE396E-91E1-46E4-951A-9DC16756D236}"/>
              </a:ext>
            </a:extLst>
          </p:cNvPr>
          <p:cNvSpPr/>
          <p:nvPr/>
        </p:nvSpPr>
        <p:spPr>
          <a:xfrm>
            <a:off x="-1447804" y="-1252803"/>
            <a:ext cx="13639804" cy="81108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69E4556-7887-4EFA-9D01-FECB693C9461}"/>
              </a:ext>
            </a:extLst>
          </p:cNvPr>
          <p:cNvGrpSpPr/>
          <p:nvPr/>
        </p:nvGrpSpPr>
        <p:grpSpPr>
          <a:xfrm>
            <a:off x="2452914" y="754743"/>
            <a:ext cx="7649029" cy="5239657"/>
            <a:chOff x="4161181" y="1496222"/>
            <a:chExt cx="3869635" cy="3865556"/>
          </a:xfrm>
          <a:solidFill>
            <a:srgbClr val="030422"/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0F6721A-364F-4D5F-976D-67CF95E91BB9}"/>
                </a:ext>
              </a:extLst>
            </p:cNvPr>
            <p:cNvSpPr/>
            <p:nvPr/>
          </p:nvSpPr>
          <p:spPr>
            <a:xfrm rot="21020908">
              <a:off x="4161181" y="1496222"/>
              <a:ext cx="3869635" cy="3865556"/>
            </a:xfrm>
            <a:prstGeom prst="ellipse">
              <a:avLst/>
            </a:prstGeom>
            <a:grpFill/>
            <a:ln>
              <a:solidFill>
                <a:srgbClr val="0304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626A0AD-51CF-4065-9B48-247BE10E342F}"/>
                </a:ext>
              </a:extLst>
            </p:cNvPr>
            <p:cNvSpPr/>
            <p:nvPr/>
          </p:nvSpPr>
          <p:spPr>
            <a:xfrm rot="15873845">
              <a:off x="4974797" y="2321407"/>
              <a:ext cx="2242404" cy="2215186"/>
            </a:xfrm>
            <a:prstGeom prst="ellipse">
              <a:avLst/>
            </a:prstGeom>
            <a:grpFill/>
            <a:ln>
              <a:solidFill>
                <a:srgbClr val="030422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B779F-B976-4783-8BA0-347B92F1AFBF}"/>
              </a:ext>
            </a:extLst>
          </p:cNvPr>
          <p:cNvSpPr/>
          <p:nvPr/>
        </p:nvSpPr>
        <p:spPr>
          <a:xfrm rot="4289251">
            <a:off x="1313276" y="1235962"/>
            <a:ext cx="2238635" cy="6856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881FA2-44D1-408A-ABB8-923D0C490ADD}"/>
              </a:ext>
            </a:extLst>
          </p:cNvPr>
          <p:cNvSpPr/>
          <p:nvPr/>
        </p:nvSpPr>
        <p:spPr>
          <a:xfrm rot="4298030">
            <a:off x="8293722" y="-1817780"/>
            <a:ext cx="2325333" cy="82407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89F262-3968-4F28-99CC-F2A4E98A14E1}"/>
              </a:ext>
            </a:extLst>
          </p:cNvPr>
          <p:cNvSpPr/>
          <p:nvPr/>
        </p:nvSpPr>
        <p:spPr>
          <a:xfrm rot="6543832">
            <a:off x="8574631" y="1240742"/>
            <a:ext cx="2262321" cy="6856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8DE7B5-1022-41F9-B0FF-B9F8A3D9EBD9}"/>
              </a:ext>
            </a:extLst>
          </p:cNvPr>
          <p:cNvSpPr/>
          <p:nvPr/>
        </p:nvSpPr>
        <p:spPr>
          <a:xfrm rot="17307465">
            <a:off x="2316086" y="-2909748"/>
            <a:ext cx="2237928" cy="10842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02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0">
        <p159:morph option="byObject"/>
      </p:transition>
    </mc:Choice>
    <mc:Fallback xmlns="">
      <p:transition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knife&#10;&#10;Description automatically generated">
            <a:extLst>
              <a:ext uri="{FF2B5EF4-FFF2-40B4-BE49-F238E27FC236}">
                <a16:creationId xmlns:a16="http://schemas.microsoft.com/office/drawing/2014/main" id="{06D75716-A550-4BF5-AF34-C781D74E7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1212"/>
            <a:ext cx="12192000" cy="69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86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Tm="0">
        <p14:flash/>
      </p:transition>
    </mc:Choice>
    <mc:Fallback>
      <p:transition spd="slow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CC33D9D8-660D-4A94-A473-0CC35ACF2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653" y="15160566"/>
            <a:ext cx="1740310" cy="978924"/>
          </a:xfrm>
          <a:prstGeom prst="rect">
            <a:avLst/>
          </a:prstGeom>
        </p:spPr>
      </p:pic>
      <p:pic>
        <p:nvPicPr>
          <p:cNvPr id="4" name="Picture 3" descr="A picture containing text, knife&#10;&#10;Description automatically generated">
            <a:extLst>
              <a:ext uri="{FF2B5EF4-FFF2-40B4-BE49-F238E27FC236}">
                <a16:creationId xmlns:a16="http://schemas.microsoft.com/office/drawing/2014/main" id="{67D53093-988D-4DFF-A595-46048240D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28097" y="-12055578"/>
            <a:ext cx="54648194" cy="30969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6AB801-AC37-4A77-AE22-F882C2789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60" b="93911" l="10000" r="90000">
                        <a14:foregroundMark x1="23231" y1="28571" x2="22615" y2="39344"/>
                        <a14:foregroundMark x1="20923" y1="26932" x2="20923" y2="26932"/>
                        <a14:foregroundMark x1="21077" y1="25293" x2="21077" y2="25293"/>
                        <a14:foregroundMark x1="20308" y1="24122" x2="20308" y2="24122"/>
                        <a14:foregroundMark x1="19385" y1="23185" x2="19385" y2="23185"/>
                        <a14:foregroundMark x1="19846" y1="23185" x2="19846" y2="23185"/>
                        <a14:foregroundMark x1="31538" y1="26464" x2="31538" y2="26464"/>
                        <a14:foregroundMark x1="32615" y1="20609" x2="31846" y2="23653"/>
                        <a14:foregroundMark x1="33846" y1="18501" x2="33846" y2="18033"/>
                        <a14:foregroundMark x1="34154" y1="16628" x2="34154" y2="16628"/>
                        <a14:foregroundMark x1="34308" y1="16159" x2="34308" y2="16159"/>
                        <a14:foregroundMark x1="34462" y1="15222" x2="34462" y2="15222"/>
                        <a14:foregroundMark x1="39538" y1="24356" x2="39538" y2="24356"/>
                        <a14:foregroundMark x1="40308" y1="20843" x2="40308" y2="20843"/>
                        <a14:foregroundMark x1="44000" y1="18267" x2="44000" y2="18267"/>
                        <a14:foregroundMark x1="45692" y1="16862" x2="45692" y2="16862"/>
                        <a14:foregroundMark x1="43846" y1="17330" x2="43846" y2="17330"/>
                        <a14:foregroundMark x1="48615" y1="16393" x2="48615" y2="16393"/>
                        <a14:foregroundMark x1="52308" y1="17096" x2="52308" y2="16862"/>
                        <a14:foregroundMark x1="53538" y1="18267" x2="53692" y2="18033"/>
                        <a14:foregroundMark x1="54769" y1="17330" x2="54769" y2="17330"/>
                        <a14:foregroundMark x1="56769" y1="17799" x2="56923" y2="17799"/>
                        <a14:foregroundMark x1="55846" y1="17564" x2="55846" y2="17564"/>
                        <a14:foregroundMark x1="52769" y1="16862" x2="57385" y2="16862"/>
                        <a14:foregroundMark x1="57385" y1="16862" x2="57538" y2="18267"/>
                        <a14:foregroundMark x1="56308" y1="16628" x2="52308" y2="16393"/>
                        <a14:foregroundMark x1="48769" y1="16393" x2="46000" y2="16862"/>
                        <a14:foregroundMark x1="45846" y1="16862" x2="43538" y2="17096"/>
                        <a14:foregroundMark x1="34615" y1="15457" x2="33538" y2="14988"/>
                        <a14:foregroundMark x1="33846" y1="14520" x2="35077" y2="15222"/>
                        <a14:foregroundMark x1="41538" y1="19906" x2="43231" y2="18970"/>
                        <a14:foregroundMark x1="40154" y1="45433" x2="40923" y2="49883"/>
                        <a14:foregroundMark x1="60769" y1="47541" x2="60462" y2="52225"/>
                        <a14:foregroundMark x1="47077" y1="64169" x2="47077" y2="64169"/>
                        <a14:foregroundMark x1="50769" y1="84543" x2="50462" y2="86651"/>
                        <a14:foregroundMark x1="52923" y1="85948" x2="53077" y2="87588"/>
                        <a14:foregroundMark x1="54462" y1="84309" x2="53538" y2="87822"/>
                        <a14:foregroundMark x1="54308" y1="85012" x2="53538" y2="85714"/>
                        <a14:foregroundMark x1="54769" y1="83841" x2="57231" y2="83841"/>
                        <a14:foregroundMark x1="53538" y1="88290" x2="54000" y2="88993"/>
                        <a14:foregroundMark x1="47692" y1="85948" x2="46615" y2="86885"/>
                        <a14:foregroundMark x1="45231" y1="83372" x2="46923" y2="83841"/>
                        <a14:foregroundMark x1="46923" y1="85480" x2="46923" y2="86183"/>
                        <a14:foregroundMark x1="48923" y1="80094" x2="48308" y2="82670"/>
                        <a14:foregroundMark x1="53077" y1="80796" x2="51692" y2="81265"/>
                        <a14:foregroundMark x1="53077" y1="80328" x2="53077" y2="80328"/>
                        <a14:foregroundMark x1="52615" y1="92037" x2="51692" y2="94145"/>
                        <a14:foregroundMark x1="50154" y1="91101" x2="49846" y2="93677"/>
                        <a14:foregroundMark x1="49231" y1="92740" x2="48615" y2="93443"/>
                        <a14:foregroundMark x1="52769" y1="94145" x2="53077" y2="93443"/>
                        <a14:foregroundMark x1="45692" y1="88759" x2="45846" y2="89227"/>
                        <a14:foregroundMark x1="45692" y1="89696" x2="45692" y2="89696"/>
                        <a14:foregroundMark x1="23231" y1="60890" x2="22308" y2="60890"/>
                        <a14:foregroundMark x1="21231" y1="60422" x2="22769" y2="60656"/>
                        <a14:foregroundMark x1="18308" y1="61124" x2="18308" y2="62529"/>
                        <a14:foregroundMark x1="18000" y1="60422" x2="17538" y2="61827"/>
                        <a14:foregroundMark x1="18769" y1="63700" x2="18769" y2="65340"/>
                        <a14:foregroundMark x1="49077" y1="14754" x2="50615" y2="11475"/>
                        <a14:foregroundMark x1="50154" y1="7260" x2="49692" y2="9368"/>
                        <a14:foregroundMark x1="71077" y1="40749" x2="75077" y2="30211"/>
                        <a14:foregroundMark x1="75077" y1="30211" x2="75077" y2="30211"/>
                        <a14:foregroundMark x1="75077" y1="26230" x2="75077" y2="24122"/>
                        <a14:foregroundMark x1="76308" y1="21077" x2="75077" y2="30445"/>
                        <a14:foregroundMark x1="76154" y1="20141" x2="76154" y2="22248"/>
                        <a14:foregroundMark x1="76923" y1="18501" x2="76769" y2="16862"/>
                        <a14:foregroundMark x1="76769" y1="16628" x2="76769" y2="16159"/>
                        <a14:foregroundMark x1="76923" y1="14754" x2="76615" y2="16393"/>
                        <a14:foregroundMark x1="74599" y1="21077" x2="71692" y2="31850"/>
                        <a14:foregroundMark x1="75231" y1="18735" x2="74599" y2="21077"/>
                        <a14:foregroundMark x1="69538" y1="29977" x2="66308" y2="18267"/>
                        <a14:foregroundMark x1="66923" y1="14754" x2="66615" y2="16628"/>
                        <a14:foregroundMark x1="66923" y1="14988" x2="66923" y2="14052"/>
                        <a14:foregroundMark x1="64615" y1="24824" x2="65231" y2="28571"/>
                        <a14:foregroundMark x1="58923" y1="18970" x2="58923" y2="18970"/>
                        <a14:backgroundMark x1="19385" y1="43560" x2="20000" y2="41920"/>
                        <a14:backgroundMark x1="39077" y1="20609" x2="39385" y2="21311"/>
                        <a14:backgroundMark x1="24923" y1="26464" x2="24923" y2="27166"/>
                        <a14:backgroundMark x1="36000" y1="27400" x2="36000" y2="27400"/>
                        <a14:backgroundMark x1="35077" y1="27869" x2="35077" y2="27869"/>
                        <a14:backgroundMark x1="24769" y1="53864" x2="24769" y2="53864"/>
                        <a14:backgroundMark x1="24000" y1="54098" x2="24000" y2="54098"/>
                        <a14:backgroundMark x1="24615" y1="54333" x2="24615" y2="54567"/>
                        <a14:backgroundMark x1="24769" y1="54567" x2="24769" y2="54801"/>
                        <a14:backgroundMark x1="32308" y1="61124" x2="32308" y2="62061"/>
                        <a14:backgroundMark x1="59385" y1="19672" x2="59385" y2="19672"/>
                        <a14:backgroundMark x1="61231" y1="21546" x2="61231" y2="21546"/>
                        <a14:backgroundMark x1="72000" y1="21077" x2="72000" y2="21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8" y="12383989"/>
            <a:ext cx="12192000" cy="680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93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2C71D354-B3B9-478D-AA43-9C4367A6C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68864A-6648-4E20-ADF1-3ECA279FE3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60" b="93911" l="10000" r="90000">
                        <a14:foregroundMark x1="23231" y1="28571" x2="22615" y2="39344"/>
                        <a14:foregroundMark x1="20923" y1="26932" x2="20923" y2="26932"/>
                        <a14:foregroundMark x1="21077" y1="25293" x2="21077" y2="25293"/>
                        <a14:foregroundMark x1="20308" y1="24122" x2="20308" y2="24122"/>
                        <a14:foregroundMark x1="19385" y1="23185" x2="19385" y2="23185"/>
                        <a14:foregroundMark x1="19846" y1="23185" x2="19846" y2="23185"/>
                        <a14:foregroundMark x1="31538" y1="26464" x2="31538" y2="26464"/>
                        <a14:foregroundMark x1="32615" y1="20609" x2="31846" y2="23653"/>
                        <a14:foregroundMark x1="33846" y1="18501" x2="33846" y2="18033"/>
                        <a14:foregroundMark x1="34154" y1="16628" x2="34154" y2="16628"/>
                        <a14:foregroundMark x1="34308" y1="16159" x2="34308" y2="16159"/>
                        <a14:foregroundMark x1="34462" y1="15222" x2="34462" y2="15222"/>
                        <a14:foregroundMark x1="39538" y1="24356" x2="39538" y2="24356"/>
                        <a14:foregroundMark x1="40308" y1="20843" x2="40308" y2="20843"/>
                        <a14:foregroundMark x1="44000" y1="18267" x2="44000" y2="18267"/>
                        <a14:foregroundMark x1="45692" y1="16862" x2="45692" y2="16862"/>
                        <a14:foregroundMark x1="43846" y1="17330" x2="43846" y2="17330"/>
                        <a14:foregroundMark x1="48615" y1="16393" x2="48615" y2="16393"/>
                        <a14:foregroundMark x1="52308" y1="17096" x2="52308" y2="16862"/>
                        <a14:foregroundMark x1="53538" y1="18267" x2="53692" y2="18033"/>
                        <a14:foregroundMark x1="54769" y1="17330" x2="54769" y2="17330"/>
                        <a14:foregroundMark x1="56769" y1="17799" x2="56923" y2="17799"/>
                        <a14:foregroundMark x1="55846" y1="17564" x2="55846" y2="17564"/>
                        <a14:foregroundMark x1="52769" y1="16862" x2="57385" y2="16862"/>
                        <a14:foregroundMark x1="57385" y1="16862" x2="57538" y2="18267"/>
                        <a14:foregroundMark x1="56308" y1="16628" x2="52308" y2="16393"/>
                        <a14:foregroundMark x1="48769" y1="16393" x2="46000" y2="16862"/>
                        <a14:foregroundMark x1="45846" y1="16862" x2="43538" y2="17096"/>
                        <a14:foregroundMark x1="34615" y1="15457" x2="33538" y2="14988"/>
                        <a14:foregroundMark x1="33846" y1="14520" x2="35077" y2="15222"/>
                        <a14:foregroundMark x1="41538" y1="19906" x2="43231" y2="18970"/>
                        <a14:foregroundMark x1="40154" y1="45433" x2="40923" y2="49883"/>
                        <a14:foregroundMark x1="60769" y1="47541" x2="60462" y2="52225"/>
                        <a14:foregroundMark x1="47077" y1="64169" x2="47077" y2="64169"/>
                        <a14:foregroundMark x1="50769" y1="84543" x2="50462" y2="86651"/>
                        <a14:foregroundMark x1="52923" y1="85948" x2="53077" y2="87588"/>
                        <a14:foregroundMark x1="54462" y1="84309" x2="53538" y2="87822"/>
                        <a14:foregroundMark x1="54308" y1="85012" x2="53538" y2="85714"/>
                        <a14:foregroundMark x1="54769" y1="83841" x2="57231" y2="83841"/>
                        <a14:foregroundMark x1="53538" y1="88290" x2="54000" y2="88993"/>
                        <a14:foregroundMark x1="47692" y1="85948" x2="46615" y2="86885"/>
                        <a14:foregroundMark x1="45231" y1="83372" x2="46923" y2="83841"/>
                        <a14:foregroundMark x1="46923" y1="85480" x2="46923" y2="86183"/>
                        <a14:foregroundMark x1="48923" y1="80094" x2="48308" y2="82670"/>
                        <a14:foregroundMark x1="53077" y1="80796" x2="51692" y2="81265"/>
                        <a14:foregroundMark x1="53077" y1="80328" x2="53077" y2="80328"/>
                        <a14:foregroundMark x1="52615" y1="92037" x2="51692" y2="94145"/>
                        <a14:foregroundMark x1="50154" y1="91101" x2="49846" y2="93677"/>
                        <a14:foregroundMark x1="49231" y1="92740" x2="48615" y2="93443"/>
                        <a14:foregroundMark x1="52769" y1="94145" x2="53077" y2="93443"/>
                        <a14:foregroundMark x1="45692" y1="88759" x2="45846" y2="89227"/>
                        <a14:foregroundMark x1="45692" y1="89696" x2="45692" y2="89696"/>
                        <a14:foregroundMark x1="23231" y1="60890" x2="22308" y2="60890"/>
                        <a14:foregroundMark x1="21231" y1="60422" x2="22769" y2="60656"/>
                        <a14:foregroundMark x1="18308" y1="61124" x2="18308" y2="62529"/>
                        <a14:foregroundMark x1="18000" y1="60422" x2="17538" y2="61827"/>
                        <a14:foregroundMark x1="18769" y1="63700" x2="18769" y2="65340"/>
                        <a14:foregroundMark x1="49077" y1="14754" x2="50615" y2="11475"/>
                        <a14:foregroundMark x1="50154" y1="7260" x2="49692" y2="9368"/>
                        <a14:foregroundMark x1="71077" y1="40749" x2="75077" y2="30211"/>
                        <a14:foregroundMark x1="75077" y1="30211" x2="75077" y2="30211"/>
                        <a14:foregroundMark x1="75077" y1="26230" x2="75077" y2="24122"/>
                        <a14:foregroundMark x1="76308" y1="21077" x2="75077" y2="30445"/>
                        <a14:foregroundMark x1="76154" y1="20141" x2="76154" y2="22248"/>
                        <a14:foregroundMark x1="76923" y1="18501" x2="76769" y2="16862"/>
                        <a14:foregroundMark x1="76769" y1="16628" x2="76769" y2="16159"/>
                        <a14:foregroundMark x1="76923" y1="14754" x2="76615" y2="16393"/>
                        <a14:foregroundMark x1="74599" y1="21077" x2="71692" y2="31850"/>
                        <a14:foregroundMark x1="75231" y1="18735" x2="74599" y2="21077"/>
                        <a14:foregroundMark x1="69538" y1="29977" x2="66308" y2="18267"/>
                        <a14:foregroundMark x1="66923" y1="14754" x2="66615" y2="16628"/>
                        <a14:foregroundMark x1="66923" y1="14988" x2="66923" y2="14052"/>
                        <a14:foregroundMark x1="64615" y1="24824" x2="65231" y2="28571"/>
                        <a14:foregroundMark x1="58923" y1="18970" x2="58923" y2="18970"/>
                        <a14:backgroundMark x1="19385" y1="43560" x2="20000" y2="41920"/>
                        <a14:backgroundMark x1="39077" y1="20609" x2="39385" y2="21311"/>
                        <a14:backgroundMark x1="24923" y1="26464" x2="24923" y2="27166"/>
                        <a14:backgroundMark x1="36000" y1="27400" x2="36000" y2="27400"/>
                        <a14:backgroundMark x1="35077" y1="27869" x2="35077" y2="27869"/>
                        <a14:backgroundMark x1="24769" y1="53864" x2="24769" y2="53864"/>
                        <a14:backgroundMark x1="24000" y1="54098" x2="24000" y2="54098"/>
                        <a14:backgroundMark x1="24615" y1="54333" x2="24615" y2="54567"/>
                        <a14:backgroundMark x1="24769" y1="54567" x2="24769" y2="54801"/>
                        <a14:backgroundMark x1="32308" y1="61124" x2="32308" y2="62061"/>
                        <a14:backgroundMark x1="59385" y1="19672" x2="59385" y2="19672"/>
                        <a14:backgroundMark x1="61231" y1="21546" x2="61231" y2="21546"/>
                        <a14:backgroundMark x1="72000" y1="21077" x2="72000" y2="21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95" t="5446" r="14286" b="3731"/>
          <a:stretch/>
        </p:blipFill>
        <p:spPr>
          <a:xfrm>
            <a:off x="1596570" y="420914"/>
            <a:ext cx="8853715" cy="6183086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BBCDB1F1-C3EA-46D0-9DED-7AD2F745F40B}"/>
              </a:ext>
            </a:extLst>
          </p:cNvPr>
          <p:cNvSpPr/>
          <p:nvPr/>
        </p:nvSpPr>
        <p:spPr>
          <a:xfrm rot="17187594">
            <a:off x="6029435" y="3266327"/>
            <a:ext cx="248263" cy="198052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94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&#10;&#10;Description automatically generated">
            <a:extLst>
              <a:ext uri="{FF2B5EF4-FFF2-40B4-BE49-F238E27FC236}">
                <a16:creationId xmlns:a16="http://schemas.microsoft.com/office/drawing/2014/main" id="{DF44B750-74F7-4202-A298-FF955F5D00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324" y="3067050"/>
            <a:ext cx="855135" cy="481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69CD5-0FF6-400F-9583-A39B9C7E05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60" b="93911" l="10000" r="90000">
                        <a14:foregroundMark x1="23231" y1="28571" x2="22615" y2="39344"/>
                        <a14:foregroundMark x1="20923" y1="26932" x2="20923" y2="26932"/>
                        <a14:foregroundMark x1="21077" y1="25293" x2="21077" y2="25293"/>
                        <a14:foregroundMark x1="20308" y1="24122" x2="20308" y2="24122"/>
                        <a14:foregroundMark x1="19385" y1="23185" x2="19385" y2="23185"/>
                        <a14:foregroundMark x1="19846" y1="23185" x2="19846" y2="23185"/>
                        <a14:foregroundMark x1="31538" y1="26464" x2="31538" y2="26464"/>
                        <a14:foregroundMark x1="32615" y1="20609" x2="31846" y2="23653"/>
                        <a14:foregroundMark x1="33846" y1="18501" x2="33846" y2="18033"/>
                        <a14:foregroundMark x1="34154" y1="16628" x2="34154" y2="16628"/>
                        <a14:foregroundMark x1="34308" y1="16159" x2="34308" y2="16159"/>
                        <a14:foregroundMark x1="34462" y1="15222" x2="34462" y2="15222"/>
                        <a14:foregroundMark x1="39538" y1="24356" x2="39538" y2="24356"/>
                        <a14:foregroundMark x1="40308" y1="20843" x2="40308" y2="20843"/>
                        <a14:foregroundMark x1="44000" y1="18267" x2="44000" y2="18267"/>
                        <a14:foregroundMark x1="45692" y1="16862" x2="45692" y2="16862"/>
                        <a14:foregroundMark x1="43846" y1="17330" x2="43846" y2="17330"/>
                        <a14:foregroundMark x1="48615" y1="16393" x2="48615" y2="16393"/>
                        <a14:foregroundMark x1="52308" y1="17096" x2="52308" y2="16862"/>
                        <a14:foregroundMark x1="53538" y1="18267" x2="53692" y2="18033"/>
                        <a14:foregroundMark x1="54769" y1="17330" x2="54769" y2="17330"/>
                        <a14:foregroundMark x1="56769" y1="17799" x2="56923" y2="17799"/>
                        <a14:foregroundMark x1="55846" y1="17564" x2="55846" y2="17564"/>
                        <a14:foregroundMark x1="52769" y1="16862" x2="57385" y2="16862"/>
                        <a14:foregroundMark x1="57385" y1="16862" x2="57538" y2="18267"/>
                        <a14:foregroundMark x1="56308" y1="16628" x2="52308" y2="16393"/>
                        <a14:foregroundMark x1="48769" y1="16393" x2="46000" y2="16862"/>
                        <a14:foregroundMark x1="45846" y1="16862" x2="43538" y2="17096"/>
                        <a14:foregroundMark x1="34615" y1="15457" x2="33538" y2="14988"/>
                        <a14:foregroundMark x1="33846" y1="14520" x2="35077" y2="15222"/>
                        <a14:foregroundMark x1="41538" y1="19906" x2="43231" y2="18970"/>
                        <a14:foregroundMark x1="40154" y1="45433" x2="40923" y2="49883"/>
                        <a14:foregroundMark x1="60769" y1="47541" x2="60462" y2="52225"/>
                        <a14:foregroundMark x1="47077" y1="64169" x2="47077" y2="64169"/>
                        <a14:foregroundMark x1="50769" y1="84543" x2="50462" y2="86651"/>
                        <a14:foregroundMark x1="52923" y1="85948" x2="53077" y2="87588"/>
                        <a14:foregroundMark x1="54462" y1="84309" x2="53538" y2="87822"/>
                        <a14:foregroundMark x1="54308" y1="85012" x2="53538" y2="85714"/>
                        <a14:foregroundMark x1="54769" y1="83841" x2="57231" y2="83841"/>
                        <a14:foregroundMark x1="53538" y1="88290" x2="54000" y2="88993"/>
                        <a14:foregroundMark x1="47692" y1="85948" x2="46615" y2="86885"/>
                        <a14:foregroundMark x1="45231" y1="83372" x2="46923" y2="83841"/>
                        <a14:foregroundMark x1="46923" y1="85480" x2="46923" y2="86183"/>
                        <a14:foregroundMark x1="48923" y1="80094" x2="48308" y2="82670"/>
                        <a14:foregroundMark x1="53077" y1="80796" x2="51692" y2="81265"/>
                        <a14:foregroundMark x1="53077" y1="80328" x2="53077" y2="80328"/>
                        <a14:foregroundMark x1="52615" y1="92037" x2="51692" y2="94145"/>
                        <a14:foregroundMark x1="50154" y1="91101" x2="49846" y2="93677"/>
                        <a14:foregroundMark x1="49231" y1="92740" x2="48615" y2="93443"/>
                        <a14:foregroundMark x1="52769" y1="94145" x2="53077" y2="93443"/>
                        <a14:foregroundMark x1="45692" y1="88759" x2="45846" y2="89227"/>
                        <a14:foregroundMark x1="45692" y1="89696" x2="45692" y2="89696"/>
                        <a14:foregroundMark x1="23231" y1="60890" x2="22308" y2="60890"/>
                        <a14:foregroundMark x1="21231" y1="60422" x2="22769" y2="60656"/>
                        <a14:foregroundMark x1="18308" y1="61124" x2="18308" y2="62529"/>
                        <a14:foregroundMark x1="18000" y1="60422" x2="17538" y2="61827"/>
                        <a14:foregroundMark x1="18769" y1="63700" x2="18769" y2="65340"/>
                        <a14:foregroundMark x1="49077" y1="14754" x2="50615" y2="11475"/>
                        <a14:foregroundMark x1="50154" y1="7260" x2="49692" y2="9368"/>
                        <a14:foregroundMark x1="71077" y1="40749" x2="75077" y2="30211"/>
                        <a14:foregroundMark x1="75077" y1="30211" x2="75077" y2="30211"/>
                        <a14:foregroundMark x1="75077" y1="26230" x2="75077" y2="24122"/>
                        <a14:foregroundMark x1="76308" y1="21077" x2="75077" y2="30445"/>
                        <a14:foregroundMark x1="76154" y1="20141" x2="76154" y2="22248"/>
                        <a14:foregroundMark x1="76923" y1="18501" x2="76769" y2="16862"/>
                        <a14:foregroundMark x1="76769" y1="16628" x2="76769" y2="16159"/>
                        <a14:foregroundMark x1="76923" y1="14754" x2="76615" y2="16393"/>
                        <a14:foregroundMark x1="74599" y1="21077" x2="71692" y2="31850"/>
                        <a14:foregroundMark x1="75231" y1="18735" x2="74599" y2="21077"/>
                        <a14:foregroundMark x1="69538" y1="29977" x2="66308" y2="18267"/>
                        <a14:foregroundMark x1="66923" y1="14754" x2="66615" y2="16628"/>
                        <a14:foregroundMark x1="66923" y1="14988" x2="66923" y2="14052"/>
                        <a14:foregroundMark x1="64615" y1="24824" x2="65231" y2="28571"/>
                        <a14:foregroundMark x1="58923" y1="18970" x2="58923" y2="18970"/>
                        <a14:backgroundMark x1="19385" y1="43560" x2="20000" y2="41920"/>
                        <a14:backgroundMark x1="39077" y1="20609" x2="39385" y2="21311"/>
                        <a14:backgroundMark x1="24923" y1="26464" x2="24923" y2="27166"/>
                        <a14:backgroundMark x1="36000" y1="27400" x2="36000" y2="27400"/>
                        <a14:backgroundMark x1="35077" y1="27869" x2="35077" y2="27869"/>
                        <a14:backgroundMark x1="24769" y1="53864" x2="24769" y2="53864"/>
                        <a14:backgroundMark x1="24000" y1="54098" x2="24000" y2="54098"/>
                        <a14:backgroundMark x1="24615" y1="54333" x2="24615" y2="54567"/>
                        <a14:backgroundMark x1="24769" y1="54567" x2="24769" y2="54801"/>
                        <a14:backgroundMark x1="32308" y1="61124" x2="32308" y2="62061"/>
                        <a14:backgroundMark x1="59385" y1="19672" x2="59385" y2="19672"/>
                        <a14:backgroundMark x1="61231" y1="21546" x2="61231" y2="21546"/>
                        <a14:backgroundMark x1="72000" y1="21077" x2="72000" y2="21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95" t="5446" r="14286" b="3731"/>
          <a:stretch/>
        </p:blipFill>
        <p:spPr>
          <a:xfrm>
            <a:off x="5932442" y="3193334"/>
            <a:ext cx="327113" cy="228443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166256EE-D3B8-4632-8063-C4247AD05967}"/>
              </a:ext>
            </a:extLst>
          </p:cNvPr>
          <p:cNvSpPr/>
          <p:nvPr/>
        </p:nvSpPr>
        <p:spPr>
          <a:xfrm>
            <a:off x="4905828" y="2177143"/>
            <a:ext cx="2380343" cy="2235200"/>
          </a:xfrm>
          <a:prstGeom prst="star5">
            <a:avLst/>
          </a:prstGeom>
          <a:solidFill>
            <a:srgbClr val="F3062A"/>
          </a:solidFill>
          <a:ln>
            <a:solidFill>
              <a:srgbClr val="F30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21FC97-075B-4202-A79E-B5E5C8FABDA5}"/>
              </a:ext>
            </a:extLst>
          </p:cNvPr>
          <p:cNvGrpSpPr/>
          <p:nvPr/>
        </p:nvGrpSpPr>
        <p:grpSpPr>
          <a:xfrm>
            <a:off x="-348616" y="6828503"/>
            <a:ext cx="12562115" cy="6858000"/>
            <a:chOff x="-370115" y="0"/>
            <a:chExt cx="12562115" cy="6858000"/>
          </a:xfrm>
        </p:grpSpPr>
        <p:pic>
          <p:nvPicPr>
            <p:cNvPr id="21" name="Picture 20" descr="A red and white flag&#10;&#10;Description automatically generated with medium confidence">
              <a:extLst>
                <a:ext uri="{FF2B5EF4-FFF2-40B4-BE49-F238E27FC236}">
                  <a16:creationId xmlns:a16="http://schemas.microsoft.com/office/drawing/2014/main" id="{3E02723E-C75A-4060-A72F-1CF307C20F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" b="9432"/>
            <a:stretch/>
          </p:blipFill>
          <p:spPr>
            <a:xfrm>
              <a:off x="20" y="1282"/>
              <a:ext cx="12191980" cy="6856718"/>
            </a:xfrm>
            <a:prstGeom prst="rect">
              <a:avLst/>
            </a:prstGeom>
          </p:spPr>
        </p:pic>
        <p:sp>
          <p:nvSpPr>
            <p:cNvPr id="22" name="Star: 5 Points 21">
              <a:extLst>
                <a:ext uri="{FF2B5EF4-FFF2-40B4-BE49-F238E27FC236}">
                  <a16:creationId xmlns:a16="http://schemas.microsoft.com/office/drawing/2014/main" id="{FC06E760-6282-4843-9299-455E0E94CF66}"/>
                </a:ext>
              </a:extLst>
            </p:cNvPr>
            <p:cNvSpPr/>
            <p:nvPr/>
          </p:nvSpPr>
          <p:spPr>
            <a:xfrm>
              <a:off x="116114" y="87086"/>
              <a:ext cx="2380343" cy="2235200"/>
            </a:xfrm>
            <a:prstGeom prst="star5">
              <a:avLst/>
            </a:prstGeom>
            <a:solidFill>
              <a:srgbClr val="F3062A"/>
            </a:solidFill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1619BA-8129-4581-A815-FF6404029C91}"/>
                </a:ext>
              </a:extLst>
            </p:cNvPr>
            <p:cNvSpPr/>
            <p:nvPr/>
          </p:nvSpPr>
          <p:spPr>
            <a:xfrm>
              <a:off x="-370115" y="0"/>
              <a:ext cx="3352800" cy="25109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2A2138-6637-418E-83CE-BBA1E54D969C}"/>
              </a:ext>
            </a:extLst>
          </p:cNvPr>
          <p:cNvGrpSpPr/>
          <p:nvPr/>
        </p:nvGrpSpPr>
        <p:grpSpPr>
          <a:xfrm>
            <a:off x="-3028" y="11131858"/>
            <a:ext cx="12209979" cy="3790043"/>
            <a:chOff x="-9124" y="-2578100"/>
            <a:chExt cx="12209979" cy="3790043"/>
          </a:xfrm>
          <a:solidFill>
            <a:srgbClr val="F3062A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5EFE7B-621D-40A3-B91A-122B84A04348}"/>
                </a:ext>
              </a:extLst>
            </p:cNvPr>
            <p:cNvSpPr/>
            <p:nvPr/>
          </p:nvSpPr>
          <p:spPr>
            <a:xfrm>
              <a:off x="3048" y="-783771"/>
              <a:ext cx="12188952" cy="1995714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309B28F-A383-410B-8C2E-48DAD927AF06}"/>
                </a:ext>
              </a:extLst>
            </p:cNvPr>
            <p:cNvSpPr/>
            <p:nvPr/>
          </p:nvSpPr>
          <p:spPr>
            <a:xfrm>
              <a:off x="4335820" y="-1389101"/>
              <a:ext cx="7845552" cy="1995714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23307A-DBF7-4A28-82A5-DAA39AB155EE}"/>
                </a:ext>
              </a:extLst>
            </p:cNvPr>
            <p:cNvSpPr/>
            <p:nvPr/>
          </p:nvSpPr>
          <p:spPr>
            <a:xfrm>
              <a:off x="-6076" y="-1756229"/>
              <a:ext cx="3710198" cy="1842673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65ADCA1F-40D0-4370-A73C-A10F22D6CA1C}"/>
                </a:ext>
              </a:extLst>
            </p:cNvPr>
            <p:cNvSpPr/>
            <p:nvPr/>
          </p:nvSpPr>
          <p:spPr>
            <a:xfrm rot="5400000">
              <a:off x="4848053" y="-2197427"/>
              <a:ext cx="968200" cy="1995714"/>
            </a:xfrm>
            <a:prstGeom prst="triangle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EBE66F-6863-4740-ADFB-64CE11C5EF6D}"/>
                </a:ext>
              </a:extLst>
            </p:cNvPr>
            <p:cNvSpPr/>
            <p:nvPr/>
          </p:nvSpPr>
          <p:spPr>
            <a:xfrm>
              <a:off x="5232400" y="-2082800"/>
              <a:ext cx="6959600" cy="693058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6D62DB84-03ED-491F-9636-B13848333E35}"/>
                </a:ext>
              </a:extLst>
            </p:cNvPr>
            <p:cNvSpPr/>
            <p:nvPr/>
          </p:nvSpPr>
          <p:spPr>
            <a:xfrm rot="5400000">
              <a:off x="2848029" y="-2355638"/>
              <a:ext cx="670305" cy="1018072"/>
            </a:xfrm>
            <a:prstGeom prst="triangle">
              <a:avLst>
                <a:gd name="adj" fmla="val 45877"/>
              </a:avLst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84B096DA-1601-4001-98BE-9A79F9F697D8}"/>
                </a:ext>
              </a:extLst>
            </p:cNvPr>
            <p:cNvSpPr/>
            <p:nvPr/>
          </p:nvSpPr>
          <p:spPr>
            <a:xfrm rot="16200000">
              <a:off x="2859933" y="-2043759"/>
              <a:ext cx="670305" cy="1018072"/>
            </a:xfrm>
            <a:prstGeom prst="triangle">
              <a:avLst>
                <a:gd name="adj" fmla="val 45877"/>
              </a:avLst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7104DBE-FFF2-4B15-979E-35C24CEA2063}"/>
                </a:ext>
              </a:extLst>
            </p:cNvPr>
            <p:cNvSpPr/>
            <p:nvPr/>
          </p:nvSpPr>
          <p:spPr>
            <a:xfrm>
              <a:off x="-9124" y="-2578100"/>
              <a:ext cx="2765024" cy="1123950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0028F7-28B5-4E15-97C3-B0317D60D6D3}"/>
                </a:ext>
              </a:extLst>
            </p:cNvPr>
            <p:cNvSpPr/>
            <p:nvPr/>
          </p:nvSpPr>
          <p:spPr>
            <a:xfrm>
              <a:off x="5247290" y="-2578100"/>
              <a:ext cx="6953565" cy="1123950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865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B87AB-FB99-467A-8615-B9BDCC490BBD}"/>
              </a:ext>
            </a:extLst>
          </p:cNvPr>
          <p:cNvGrpSpPr/>
          <p:nvPr/>
        </p:nvGrpSpPr>
        <p:grpSpPr>
          <a:xfrm>
            <a:off x="-371639" y="0"/>
            <a:ext cx="12562115" cy="6858000"/>
            <a:chOff x="-370115" y="0"/>
            <a:chExt cx="12562115" cy="6858000"/>
          </a:xfrm>
        </p:grpSpPr>
        <p:pic>
          <p:nvPicPr>
            <p:cNvPr id="3" name="Picture 2" descr="A red and white flag&#10;&#10;Description automatically generated with medium confidence">
              <a:extLst>
                <a:ext uri="{FF2B5EF4-FFF2-40B4-BE49-F238E27FC236}">
                  <a16:creationId xmlns:a16="http://schemas.microsoft.com/office/drawing/2014/main" id="{E2907B97-5751-40DC-BB46-AEFBD9C372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" b="9432"/>
            <a:stretch/>
          </p:blipFill>
          <p:spPr>
            <a:xfrm>
              <a:off x="20" y="1282"/>
              <a:ext cx="12191980" cy="6856718"/>
            </a:xfrm>
            <a:prstGeom prst="rect">
              <a:avLst/>
            </a:prstGeom>
          </p:spPr>
        </p:pic>
        <p:sp>
          <p:nvSpPr>
            <p:cNvPr id="4" name="Star: 5 Points 3">
              <a:extLst>
                <a:ext uri="{FF2B5EF4-FFF2-40B4-BE49-F238E27FC236}">
                  <a16:creationId xmlns:a16="http://schemas.microsoft.com/office/drawing/2014/main" id="{DF11C72D-E9BB-45EA-960F-D23CF08EC0E5}"/>
                </a:ext>
              </a:extLst>
            </p:cNvPr>
            <p:cNvSpPr/>
            <p:nvPr/>
          </p:nvSpPr>
          <p:spPr>
            <a:xfrm>
              <a:off x="116114" y="87086"/>
              <a:ext cx="2380343" cy="2235200"/>
            </a:xfrm>
            <a:prstGeom prst="star5">
              <a:avLst/>
            </a:prstGeom>
            <a:solidFill>
              <a:srgbClr val="F3062A"/>
            </a:solidFill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37C8D7-441B-48D7-A144-F65E91F1413D}"/>
                </a:ext>
              </a:extLst>
            </p:cNvPr>
            <p:cNvSpPr/>
            <p:nvPr/>
          </p:nvSpPr>
          <p:spPr>
            <a:xfrm>
              <a:off x="-370115" y="0"/>
              <a:ext cx="3352800" cy="25109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174AAE2C-F59F-43F3-ADCB-C4B6A1F76545}"/>
              </a:ext>
            </a:extLst>
          </p:cNvPr>
          <p:cNvSpPr/>
          <p:nvPr/>
        </p:nvSpPr>
        <p:spPr>
          <a:xfrm>
            <a:off x="114590" y="87086"/>
            <a:ext cx="2380343" cy="2235200"/>
          </a:xfrm>
          <a:prstGeom prst="star5">
            <a:avLst/>
          </a:prstGeom>
          <a:solidFill>
            <a:srgbClr val="F3062A"/>
          </a:solidFill>
          <a:ln>
            <a:solidFill>
              <a:srgbClr val="F30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text, stationary, envelope&#10;&#10;Description automatically generated">
            <a:extLst>
              <a:ext uri="{FF2B5EF4-FFF2-40B4-BE49-F238E27FC236}">
                <a16:creationId xmlns:a16="http://schemas.microsoft.com/office/drawing/2014/main" id="{5BDA8D56-149C-4D03-B883-54FCCED881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1" b="5238"/>
          <a:stretch/>
        </p:blipFill>
        <p:spPr>
          <a:xfrm>
            <a:off x="20" y="6858000"/>
            <a:ext cx="12191980" cy="685671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84FC5-4145-4230-908B-0E7A785C41E8}"/>
              </a:ext>
            </a:extLst>
          </p:cNvPr>
          <p:cNvSpPr/>
          <p:nvPr/>
        </p:nvSpPr>
        <p:spPr>
          <a:xfrm>
            <a:off x="-1504" y="12147175"/>
            <a:ext cx="12188952" cy="1567543"/>
          </a:xfrm>
          <a:prstGeom prst="rect">
            <a:avLst/>
          </a:prstGeom>
          <a:solidFill>
            <a:srgbClr val="A42D29"/>
          </a:solidFill>
          <a:ln>
            <a:solidFill>
              <a:srgbClr val="A42D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E451B-74D0-4ED4-8C9D-4AC7E4C819EA}"/>
              </a:ext>
            </a:extLst>
          </p:cNvPr>
          <p:cNvSpPr/>
          <p:nvPr/>
        </p:nvSpPr>
        <p:spPr>
          <a:xfrm>
            <a:off x="5232400" y="-2082800"/>
            <a:ext cx="6959600" cy="693058"/>
          </a:xfrm>
          <a:prstGeom prst="rect">
            <a:avLst/>
          </a:prstGeom>
          <a:solidFill>
            <a:srgbClr val="A42D29"/>
          </a:solidFill>
          <a:ln>
            <a:solidFill>
              <a:srgbClr val="A42D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F5D29C-065E-4A03-B8CD-F472E15D462E}"/>
              </a:ext>
            </a:extLst>
          </p:cNvPr>
          <p:cNvGrpSpPr/>
          <p:nvPr/>
        </p:nvGrpSpPr>
        <p:grpSpPr>
          <a:xfrm>
            <a:off x="-3028" y="4318093"/>
            <a:ext cx="12209979" cy="3790043"/>
            <a:chOff x="-9124" y="-2578100"/>
            <a:chExt cx="12209979" cy="3790043"/>
          </a:xfrm>
          <a:solidFill>
            <a:srgbClr val="F3062A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38159E6-367E-4570-B622-7FBC305B9897}"/>
                </a:ext>
              </a:extLst>
            </p:cNvPr>
            <p:cNvSpPr/>
            <p:nvPr/>
          </p:nvSpPr>
          <p:spPr>
            <a:xfrm>
              <a:off x="3048" y="-783771"/>
              <a:ext cx="12188952" cy="1995714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F38F1B-72A6-4838-9E76-1715A07D484F}"/>
                </a:ext>
              </a:extLst>
            </p:cNvPr>
            <p:cNvSpPr/>
            <p:nvPr/>
          </p:nvSpPr>
          <p:spPr>
            <a:xfrm>
              <a:off x="4335820" y="-1389101"/>
              <a:ext cx="7845552" cy="1995714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3DD8F8-1B1D-4DD6-B5C2-7EA70D9256E3}"/>
                </a:ext>
              </a:extLst>
            </p:cNvPr>
            <p:cNvSpPr/>
            <p:nvPr/>
          </p:nvSpPr>
          <p:spPr>
            <a:xfrm>
              <a:off x="-6076" y="-1756229"/>
              <a:ext cx="3710198" cy="1842673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28AA913-BADF-4EAD-8982-38E0E2F2DE03}"/>
                </a:ext>
              </a:extLst>
            </p:cNvPr>
            <p:cNvSpPr/>
            <p:nvPr/>
          </p:nvSpPr>
          <p:spPr>
            <a:xfrm rot="5400000">
              <a:off x="4848053" y="-2197427"/>
              <a:ext cx="968200" cy="1995714"/>
            </a:xfrm>
            <a:prstGeom prst="triangle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E1CFA8-1803-414E-A033-647F14BBC5F5}"/>
                </a:ext>
              </a:extLst>
            </p:cNvPr>
            <p:cNvSpPr/>
            <p:nvPr/>
          </p:nvSpPr>
          <p:spPr>
            <a:xfrm>
              <a:off x="5232400" y="-2082800"/>
              <a:ext cx="6959600" cy="693058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C02F3D82-28CC-439C-B304-F7846AAA0D21}"/>
                </a:ext>
              </a:extLst>
            </p:cNvPr>
            <p:cNvSpPr/>
            <p:nvPr/>
          </p:nvSpPr>
          <p:spPr>
            <a:xfrm rot="5400000">
              <a:off x="2848029" y="-2355638"/>
              <a:ext cx="670305" cy="1018072"/>
            </a:xfrm>
            <a:prstGeom prst="triangle">
              <a:avLst>
                <a:gd name="adj" fmla="val 45877"/>
              </a:avLst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964F757-6615-4D22-B569-CA5C5FB87518}"/>
                </a:ext>
              </a:extLst>
            </p:cNvPr>
            <p:cNvSpPr/>
            <p:nvPr/>
          </p:nvSpPr>
          <p:spPr>
            <a:xfrm rot="16200000">
              <a:off x="2859933" y="-2043759"/>
              <a:ext cx="670305" cy="1018072"/>
            </a:xfrm>
            <a:prstGeom prst="triangle">
              <a:avLst>
                <a:gd name="adj" fmla="val 45877"/>
              </a:avLst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EC4195-105D-40CD-B67F-FA9FC309AEF4}"/>
                </a:ext>
              </a:extLst>
            </p:cNvPr>
            <p:cNvSpPr/>
            <p:nvPr/>
          </p:nvSpPr>
          <p:spPr>
            <a:xfrm>
              <a:off x="-9124" y="-2578100"/>
              <a:ext cx="2765024" cy="1123950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53C8975-1C99-46D7-BAA7-DE7E73163C06}"/>
                </a:ext>
              </a:extLst>
            </p:cNvPr>
            <p:cNvSpPr/>
            <p:nvPr/>
          </p:nvSpPr>
          <p:spPr>
            <a:xfrm>
              <a:off x="5247290" y="-2578100"/>
              <a:ext cx="6953565" cy="1123950"/>
            </a:xfrm>
            <a:prstGeom prst="rect">
              <a:avLst/>
            </a:prstGeom>
            <a:grpFill/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0469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icture containing text, stationary, envelope&#10;&#10;Description automatically generated">
            <a:extLst>
              <a:ext uri="{FF2B5EF4-FFF2-40B4-BE49-F238E27FC236}">
                <a16:creationId xmlns:a16="http://schemas.microsoft.com/office/drawing/2014/main" id="{80FC1382-2237-4CAD-A02A-CFB759121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1" b="523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71CD23-DA0A-43FF-9C25-8DD8A430CD86}"/>
              </a:ext>
            </a:extLst>
          </p:cNvPr>
          <p:cNvSpPr/>
          <p:nvPr/>
        </p:nvSpPr>
        <p:spPr>
          <a:xfrm>
            <a:off x="0" y="5290457"/>
            <a:ext cx="12188952" cy="1567543"/>
          </a:xfrm>
          <a:prstGeom prst="rect">
            <a:avLst/>
          </a:prstGeom>
          <a:solidFill>
            <a:srgbClr val="A42D29"/>
          </a:solidFill>
          <a:ln>
            <a:solidFill>
              <a:srgbClr val="A42D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9594B9-F921-4617-900F-540FA23FC886}"/>
              </a:ext>
            </a:extLst>
          </p:cNvPr>
          <p:cNvGrpSpPr/>
          <p:nvPr/>
        </p:nvGrpSpPr>
        <p:grpSpPr>
          <a:xfrm>
            <a:off x="-373163" y="-6857359"/>
            <a:ext cx="12562115" cy="6858000"/>
            <a:chOff x="-370115" y="0"/>
            <a:chExt cx="12562115" cy="6858000"/>
          </a:xfrm>
        </p:grpSpPr>
        <p:pic>
          <p:nvPicPr>
            <p:cNvPr id="9" name="Picture 8" descr="A red and white flag&#10;&#10;Description automatically generated with medium confidence">
              <a:extLst>
                <a:ext uri="{FF2B5EF4-FFF2-40B4-BE49-F238E27FC236}">
                  <a16:creationId xmlns:a16="http://schemas.microsoft.com/office/drawing/2014/main" id="{C7D980CB-6365-4256-8CBD-2BC475B26C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" b="9432"/>
            <a:stretch/>
          </p:blipFill>
          <p:spPr>
            <a:xfrm>
              <a:off x="20" y="1282"/>
              <a:ext cx="12191980" cy="6856718"/>
            </a:xfrm>
            <a:prstGeom prst="rect">
              <a:avLst/>
            </a:prstGeom>
          </p:spPr>
        </p:pic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2BF1D43C-ACAA-48C9-86B2-28CB7A509DE3}"/>
                </a:ext>
              </a:extLst>
            </p:cNvPr>
            <p:cNvSpPr/>
            <p:nvPr/>
          </p:nvSpPr>
          <p:spPr>
            <a:xfrm>
              <a:off x="116114" y="87086"/>
              <a:ext cx="2380343" cy="2235200"/>
            </a:xfrm>
            <a:prstGeom prst="star5">
              <a:avLst/>
            </a:prstGeom>
            <a:solidFill>
              <a:srgbClr val="F3062A"/>
            </a:solidFill>
            <a:ln>
              <a:solidFill>
                <a:srgbClr val="F306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9F58CB-FCDA-4DFF-983E-3E936D97C97F}"/>
                </a:ext>
              </a:extLst>
            </p:cNvPr>
            <p:cNvSpPr/>
            <p:nvPr/>
          </p:nvSpPr>
          <p:spPr>
            <a:xfrm>
              <a:off x="-370115" y="0"/>
              <a:ext cx="3352800" cy="25109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4C51D0FB-BAB4-4A3E-8F79-DDC2F94CDCED}"/>
              </a:ext>
            </a:extLst>
          </p:cNvPr>
          <p:cNvSpPr/>
          <p:nvPr/>
        </p:nvSpPr>
        <p:spPr>
          <a:xfrm>
            <a:off x="113066" y="-6770273"/>
            <a:ext cx="2380343" cy="2235200"/>
          </a:xfrm>
          <a:prstGeom prst="star5">
            <a:avLst/>
          </a:prstGeom>
          <a:solidFill>
            <a:srgbClr val="F3062A"/>
          </a:solidFill>
          <a:ln>
            <a:solidFill>
              <a:srgbClr val="F30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DAB7BD-9374-4083-B62C-0F05B9B474BB}"/>
              </a:ext>
            </a:extLst>
          </p:cNvPr>
          <p:cNvGrpSpPr/>
          <p:nvPr/>
        </p:nvGrpSpPr>
        <p:grpSpPr>
          <a:xfrm>
            <a:off x="5390" y="-2578100"/>
            <a:ext cx="12209979" cy="3790043"/>
            <a:chOff x="-9124" y="-2578100"/>
            <a:chExt cx="12209979" cy="3790043"/>
          </a:xfrm>
          <a:solidFill>
            <a:srgbClr val="A7302C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58BEEB-FCDF-434B-8549-3232C954C65B}"/>
                </a:ext>
              </a:extLst>
            </p:cNvPr>
            <p:cNvSpPr/>
            <p:nvPr/>
          </p:nvSpPr>
          <p:spPr>
            <a:xfrm>
              <a:off x="3048" y="-783771"/>
              <a:ext cx="12188952" cy="1995714"/>
            </a:xfrm>
            <a:prstGeom prst="rect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452A04-CA9E-45DE-A698-298DBFD7D5AB}"/>
                </a:ext>
              </a:extLst>
            </p:cNvPr>
            <p:cNvSpPr/>
            <p:nvPr/>
          </p:nvSpPr>
          <p:spPr>
            <a:xfrm>
              <a:off x="4335820" y="-1389101"/>
              <a:ext cx="7845552" cy="1995714"/>
            </a:xfrm>
            <a:prstGeom prst="rect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F2185B-27CD-4BC2-823D-D579C4B8EA28}"/>
                </a:ext>
              </a:extLst>
            </p:cNvPr>
            <p:cNvSpPr/>
            <p:nvPr/>
          </p:nvSpPr>
          <p:spPr>
            <a:xfrm>
              <a:off x="-6076" y="-1756229"/>
              <a:ext cx="3710198" cy="1842673"/>
            </a:xfrm>
            <a:prstGeom prst="rect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AABFA7CD-1397-4917-94D7-C9BBDA45C333}"/>
                </a:ext>
              </a:extLst>
            </p:cNvPr>
            <p:cNvSpPr/>
            <p:nvPr/>
          </p:nvSpPr>
          <p:spPr>
            <a:xfrm rot="5400000">
              <a:off x="4848053" y="-2197427"/>
              <a:ext cx="968200" cy="1995714"/>
            </a:xfrm>
            <a:prstGeom prst="triangle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E2432E-F556-436D-A7A6-6EEB05804ACF}"/>
                </a:ext>
              </a:extLst>
            </p:cNvPr>
            <p:cNvSpPr/>
            <p:nvPr/>
          </p:nvSpPr>
          <p:spPr>
            <a:xfrm>
              <a:off x="5232400" y="-2082800"/>
              <a:ext cx="6959600" cy="693058"/>
            </a:xfrm>
            <a:prstGeom prst="rect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5D8B778-18D5-4086-8613-05DBF04A0E25}"/>
                </a:ext>
              </a:extLst>
            </p:cNvPr>
            <p:cNvSpPr/>
            <p:nvPr/>
          </p:nvSpPr>
          <p:spPr>
            <a:xfrm rot="5400000">
              <a:off x="2848029" y="-2355638"/>
              <a:ext cx="670305" cy="1018072"/>
            </a:xfrm>
            <a:prstGeom prst="triangle">
              <a:avLst>
                <a:gd name="adj" fmla="val 45877"/>
              </a:avLst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7895804B-B350-4197-BA22-7F44BBF3208A}"/>
                </a:ext>
              </a:extLst>
            </p:cNvPr>
            <p:cNvSpPr/>
            <p:nvPr/>
          </p:nvSpPr>
          <p:spPr>
            <a:xfrm rot="16200000">
              <a:off x="2859933" y="-2043759"/>
              <a:ext cx="670305" cy="1018072"/>
            </a:xfrm>
            <a:prstGeom prst="triangle">
              <a:avLst>
                <a:gd name="adj" fmla="val 45877"/>
              </a:avLst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48B5AE-C590-4946-BD9E-F08574029B4D}"/>
                </a:ext>
              </a:extLst>
            </p:cNvPr>
            <p:cNvSpPr/>
            <p:nvPr/>
          </p:nvSpPr>
          <p:spPr>
            <a:xfrm>
              <a:off x="-9124" y="-2578100"/>
              <a:ext cx="2765024" cy="1123950"/>
            </a:xfrm>
            <a:prstGeom prst="rect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1E0BFB-F37B-4043-BE0C-E08B9F0B7A6D}"/>
                </a:ext>
              </a:extLst>
            </p:cNvPr>
            <p:cNvSpPr/>
            <p:nvPr/>
          </p:nvSpPr>
          <p:spPr>
            <a:xfrm>
              <a:off x="5247290" y="-2578100"/>
              <a:ext cx="6953565" cy="1123950"/>
            </a:xfrm>
            <a:prstGeom prst="rect">
              <a:avLst/>
            </a:prstGeom>
            <a:grpFill/>
            <a:ln>
              <a:solidFill>
                <a:srgbClr val="A730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5096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7066B79-3201-43CD-BBE0-D2F9013AC9FC}"/>
              </a:ext>
            </a:extLst>
          </p:cNvPr>
          <p:cNvSpPr/>
          <p:nvPr/>
        </p:nvSpPr>
        <p:spPr>
          <a:xfrm>
            <a:off x="-3028" y="0"/>
            <a:ext cx="12191980" cy="6858000"/>
          </a:xfrm>
          <a:prstGeom prst="rect">
            <a:avLst/>
          </a:prstGeom>
          <a:solidFill>
            <a:srgbClr val="E5D099"/>
          </a:solidFill>
          <a:ln>
            <a:solidFill>
              <a:srgbClr val="E5D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text, stationary, envelope&#10;&#10;Description automatically generated">
            <a:extLst>
              <a:ext uri="{FF2B5EF4-FFF2-40B4-BE49-F238E27FC236}">
                <a16:creationId xmlns:a16="http://schemas.microsoft.com/office/drawing/2014/main" id="{93B4EDB2-F664-44CB-8C4B-17535E3694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648" b="86305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24712" r="55469" b="25210"/>
          <a:stretch/>
        </p:blipFill>
        <p:spPr>
          <a:xfrm>
            <a:off x="2743200" y="1178642"/>
            <a:ext cx="2686050" cy="406010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1492BD-26B5-4830-AF81-FCFFF1EE2948}"/>
              </a:ext>
            </a:extLst>
          </p:cNvPr>
          <p:cNvSpPr/>
          <p:nvPr/>
        </p:nvSpPr>
        <p:spPr>
          <a:xfrm>
            <a:off x="0" y="5238751"/>
            <a:ext cx="12188952" cy="1619250"/>
          </a:xfrm>
          <a:prstGeom prst="rect">
            <a:avLst/>
          </a:prstGeom>
          <a:solidFill>
            <a:srgbClr val="A42D29"/>
          </a:solidFill>
          <a:ln>
            <a:solidFill>
              <a:srgbClr val="A42D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94AC32-945C-4858-90A4-E2C5EF9B5125}"/>
              </a:ext>
            </a:extLst>
          </p:cNvPr>
          <p:cNvSpPr/>
          <p:nvPr/>
        </p:nvSpPr>
        <p:spPr>
          <a:xfrm>
            <a:off x="0" y="0"/>
            <a:ext cx="12188952" cy="1178642"/>
          </a:xfrm>
          <a:prstGeom prst="rect">
            <a:avLst/>
          </a:prstGeom>
          <a:solidFill>
            <a:srgbClr val="A42D29"/>
          </a:solidFill>
          <a:ln>
            <a:solidFill>
              <a:srgbClr val="A42D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C91625-9FCB-49F0-9394-FDAD3F998C9F}"/>
              </a:ext>
            </a:extLst>
          </p:cNvPr>
          <p:cNvGrpSpPr/>
          <p:nvPr/>
        </p:nvGrpSpPr>
        <p:grpSpPr>
          <a:xfrm>
            <a:off x="-4608286" y="-156029"/>
            <a:ext cx="3410860" cy="7170057"/>
            <a:chOff x="-4608286" y="-156029"/>
            <a:chExt cx="3410860" cy="717005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B5124A-18A4-4D40-B167-C08C4C11F486}"/>
                </a:ext>
              </a:extLst>
            </p:cNvPr>
            <p:cNvSpPr/>
            <p:nvPr/>
          </p:nvSpPr>
          <p:spPr>
            <a:xfrm>
              <a:off x="-4608286" y="-156029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4CC52C-F893-4F04-BB7F-2D980C9391F9}"/>
                </a:ext>
              </a:extLst>
            </p:cNvPr>
            <p:cNvSpPr/>
            <p:nvPr/>
          </p:nvSpPr>
          <p:spPr>
            <a:xfrm>
              <a:off x="-2068283" y="-156029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A096D4-C848-42B0-91E8-0046A2A0FD02}"/>
                </a:ext>
              </a:extLst>
            </p:cNvPr>
            <p:cNvSpPr/>
            <p:nvPr/>
          </p:nvSpPr>
          <p:spPr>
            <a:xfrm>
              <a:off x="-3722916" y="-156029"/>
              <a:ext cx="1653109" cy="7170057"/>
            </a:xfrm>
            <a:prstGeom prst="rect">
              <a:avLst/>
            </a:prstGeom>
            <a:solidFill>
              <a:srgbClr val="C18E3C"/>
            </a:solidFill>
            <a:ln>
              <a:solidFill>
                <a:srgbClr val="C18E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" name="Picture 33" descr="A picture containing text, cat, mammal, domestic cat&#10;&#10;Description automatically generated">
            <a:extLst>
              <a:ext uri="{FF2B5EF4-FFF2-40B4-BE49-F238E27FC236}">
                <a16:creationId xmlns:a16="http://schemas.microsoft.com/office/drawing/2014/main" id="{AECBA3C7-253D-409A-957E-56DBE5A29E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108" b="94344" l="9898" r="89932">
                        <a14:foregroundMark x1="38055" y1="86632" x2="46246" y2="92031"/>
                        <a14:foregroundMark x1="34300" y1="88432" x2="30546" y2="91260"/>
                        <a14:foregroundMark x1="45563" y1="92802" x2="59898" y2="93830"/>
                        <a14:foregroundMark x1="60751" y1="82262" x2="71331" y2="89203"/>
                        <a14:foregroundMark x1="67065" y1="93059" x2="66894" y2="94344"/>
                        <a14:foregroundMark x1="67577" y1="93573" x2="67577" y2="93573"/>
                        <a14:foregroundMark x1="34300" y1="93830" x2="34300" y2="93830"/>
                        <a14:backgroundMark x1="63481" y1="74293" x2="63481" y2="74293"/>
                        <a14:backgroundMark x1="63652" y1="77892" x2="63652" y2="77892"/>
                        <a14:backgroundMark x1="67065" y1="82519" x2="67065" y2="82519"/>
                        <a14:backgroundMark x1="36007" y1="41902" x2="36007" y2="41902"/>
                        <a14:backgroundMark x1="36177" y1="41645" x2="36177" y2="41645"/>
                        <a14:backgroundMark x1="64164" y1="44216" x2="64164" y2="44216"/>
                        <a14:backgroundMark x1="58362" y1="30077" x2="58362" y2="30077"/>
                        <a14:backgroundMark x1="61092" y1="30334" x2="61092" y2="30334"/>
                        <a14:backgroundMark x1="58532" y1="31105" x2="58532" y2="31105"/>
                        <a14:backgroundMark x1="41638" y1="30848" x2="41638" y2="30848"/>
                        <a14:backgroundMark x1="38908" y1="30591" x2="38908" y2="30591"/>
                        <a14:backgroundMark x1="36007" y1="31362" x2="36007" y2="313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969" b="1460"/>
          <a:stretch/>
        </p:blipFill>
        <p:spPr>
          <a:xfrm rot="7000540">
            <a:off x="16898060" y="1885362"/>
            <a:ext cx="4323640" cy="264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61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ED69B0-66AB-4C25-B984-6DB5D0A15CCF}"/>
              </a:ext>
            </a:extLst>
          </p:cNvPr>
          <p:cNvSpPr/>
          <p:nvPr/>
        </p:nvSpPr>
        <p:spPr>
          <a:xfrm>
            <a:off x="-2263" y="5512904"/>
            <a:ext cx="12191215" cy="773596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4A3B91-E9DA-4702-8EAA-EAB15FE7AF10}"/>
              </a:ext>
            </a:extLst>
          </p:cNvPr>
          <p:cNvSpPr/>
          <p:nvPr/>
        </p:nvSpPr>
        <p:spPr>
          <a:xfrm>
            <a:off x="-2263" y="6286500"/>
            <a:ext cx="12191215" cy="571500"/>
          </a:xfrm>
          <a:prstGeom prst="rect">
            <a:avLst/>
          </a:prstGeom>
          <a:solidFill>
            <a:srgbClr val="C18E3C"/>
          </a:solidFill>
          <a:ln>
            <a:solidFill>
              <a:srgbClr val="C18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DA5A44-52B6-463A-BD94-4563391149D7}"/>
              </a:ext>
            </a:extLst>
          </p:cNvPr>
          <p:cNvSpPr/>
          <p:nvPr/>
        </p:nvSpPr>
        <p:spPr>
          <a:xfrm>
            <a:off x="0" y="0"/>
            <a:ext cx="12188952" cy="5512904"/>
          </a:xfrm>
          <a:prstGeom prst="rect">
            <a:avLst/>
          </a:prstGeom>
          <a:solidFill>
            <a:srgbClr val="98620B"/>
          </a:solidFill>
          <a:ln>
            <a:solidFill>
              <a:srgbClr val="9862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1058D5-14A3-45F1-9DBE-4034D2D9C18C}"/>
              </a:ext>
            </a:extLst>
          </p:cNvPr>
          <p:cNvGrpSpPr/>
          <p:nvPr/>
        </p:nvGrpSpPr>
        <p:grpSpPr>
          <a:xfrm>
            <a:off x="4383314" y="-101600"/>
            <a:ext cx="3410860" cy="7170057"/>
            <a:chOff x="4383314" y="-101600"/>
            <a:chExt cx="3410860" cy="717005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38F1602-75DC-44D1-A97E-0B878FCE6C3D}"/>
                </a:ext>
              </a:extLst>
            </p:cNvPr>
            <p:cNvSpPr/>
            <p:nvPr/>
          </p:nvSpPr>
          <p:spPr>
            <a:xfrm>
              <a:off x="4383314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80152B-3E52-4DB2-B8AD-F053A8C0FEFF}"/>
                </a:ext>
              </a:extLst>
            </p:cNvPr>
            <p:cNvSpPr/>
            <p:nvPr/>
          </p:nvSpPr>
          <p:spPr>
            <a:xfrm>
              <a:off x="6923317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B391EF-1D82-4823-9A99-0B2A594031B7}"/>
                </a:ext>
              </a:extLst>
            </p:cNvPr>
            <p:cNvSpPr/>
            <p:nvPr/>
          </p:nvSpPr>
          <p:spPr>
            <a:xfrm>
              <a:off x="5268684" y="-101600"/>
              <a:ext cx="1653109" cy="7170057"/>
            </a:xfrm>
            <a:prstGeom prst="rect">
              <a:avLst/>
            </a:prstGeom>
            <a:solidFill>
              <a:srgbClr val="C18E3C"/>
            </a:solidFill>
            <a:ln>
              <a:solidFill>
                <a:srgbClr val="C18E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picture containing text, cat, mammal, domestic cat&#10;&#10;Description automatically generated">
            <a:extLst>
              <a:ext uri="{FF2B5EF4-FFF2-40B4-BE49-F238E27FC236}">
                <a16:creationId xmlns:a16="http://schemas.microsoft.com/office/drawing/2014/main" id="{5CD23D43-8A23-43E6-B98C-150CD184DB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108" b="94344" l="9898" r="89932">
                        <a14:foregroundMark x1="38055" y1="86632" x2="46246" y2="92031"/>
                        <a14:foregroundMark x1="34300" y1="88432" x2="30546" y2="91260"/>
                        <a14:foregroundMark x1="45563" y1="92802" x2="59898" y2="93830"/>
                        <a14:foregroundMark x1="60751" y1="82262" x2="71331" y2="89203"/>
                        <a14:foregroundMark x1="67065" y1="93059" x2="66894" y2="94344"/>
                        <a14:foregroundMark x1="67577" y1="93573" x2="67577" y2="93573"/>
                        <a14:foregroundMark x1="34300" y1="93830" x2="34300" y2="93830"/>
                        <a14:backgroundMark x1="63481" y1="74293" x2="63481" y2="74293"/>
                        <a14:backgroundMark x1="63652" y1="77892" x2="63652" y2="77892"/>
                        <a14:backgroundMark x1="67065" y1="82519" x2="67065" y2="82519"/>
                        <a14:backgroundMark x1="36007" y1="41902" x2="36007" y2="41902"/>
                        <a14:backgroundMark x1="36177" y1="41645" x2="36177" y2="41645"/>
                        <a14:backgroundMark x1="64164" y1="44216" x2="64164" y2="44216"/>
                        <a14:backgroundMark x1="58362" y1="30077" x2="58362" y2="30077"/>
                        <a14:backgroundMark x1="61092" y1="30334" x2="61092" y2="30334"/>
                        <a14:backgroundMark x1="58532" y1="31105" x2="58532" y2="31105"/>
                        <a14:backgroundMark x1="41638" y1="30848" x2="41638" y2="30848"/>
                        <a14:backgroundMark x1="38908" y1="30591" x2="38908" y2="30591"/>
                        <a14:backgroundMark x1="36007" y1="31362" x2="36007" y2="313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7" t="13969" r="23549" b="1460"/>
          <a:stretch/>
        </p:blipFill>
        <p:spPr>
          <a:xfrm>
            <a:off x="2861187" y="1282"/>
            <a:ext cx="6459794" cy="6856718"/>
          </a:xfrm>
          <a:prstGeom prst="rect">
            <a:avLst/>
          </a:prstGeom>
        </p:spPr>
      </p:pic>
      <p:pic>
        <p:nvPicPr>
          <p:cNvPr id="17" name="Picture 16" descr="A picture containing text, stationary, envelope&#10;&#10;Description automatically generated">
            <a:extLst>
              <a:ext uri="{FF2B5EF4-FFF2-40B4-BE49-F238E27FC236}">
                <a16:creationId xmlns:a16="http://schemas.microsoft.com/office/drawing/2014/main" id="{1DB6CE92-F23B-4291-8379-30805F964A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648" b="86305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24712" r="55469" b="25210"/>
          <a:stretch/>
        </p:blipFill>
        <p:spPr>
          <a:xfrm>
            <a:off x="13965894" y="3128347"/>
            <a:ext cx="397806" cy="60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21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F4BB9-201E-455F-9208-C64C5F1214DA}"/>
              </a:ext>
            </a:extLst>
          </p:cNvPr>
          <p:cNvSpPr/>
          <p:nvPr/>
        </p:nvSpPr>
        <p:spPr>
          <a:xfrm>
            <a:off x="-2263" y="5512904"/>
            <a:ext cx="12191215" cy="773596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65800-2904-4E7E-B833-2C096F57A251}"/>
              </a:ext>
            </a:extLst>
          </p:cNvPr>
          <p:cNvSpPr/>
          <p:nvPr/>
        </p:nvSpPr>
        <p:spPr>
          <a:xfrm>
            <a:off x="-2263" y="6286500"/>
            <a:ext cx="12191215" cy="571500"/>
          </a:xfrm>
          <a:prstGeom prst="rect">
            <a:avLst/>
          </a:prstGeom>
          <a:solidFill>
            <a:srgbClr val="C18E3C"/>
          </a:solidFill>
          <a:ln>
            <a:solidFill>
              <a:srgbClr val="C18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35A29-D017-4DAF-AB9B-92474E7848F9}"/>
              </a:ext>
            </a:extLst>
          </p:cNvPr>
          <p:cNvSpPr/>
          <p:nvPr/>
        </p:nvSpPr>
        <p:spPr>
          <a:xfrm>
            <a:off x="0" y="0"/>
            <a:ext cx="12188952" cy="5512904"/>
          </a:xfrm>
          <a:prstGeom prst="rect">
            <a:avLst/>
          </a:prstGeom>
          <a:solidFill>
            <a:srgbClr val="98620B"/>
          </a:solidFill>
          <a:ln>
            <a:solidFill>
              <a:srgbClr val="9862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D73497-FA93-4F8B-BC7E-8765CFF530C2}"/>
              </a:ext>
            </a:extLst>
          </p:cNvPr>
          <p:cNvGrpSpPr/>
          <p:nvPr/>
        </p:nvGrpSpPr>
        <p:grpSpPr>
          <a:xfrm>
            <a:off x="4383314" y="-101600"/>
            <a:ext cx="3410860" cy="7170057"/>
            <a:chOff x="4383314" y="-101600"/>
            <a:chExt cx="3410860" cy="71700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E7FE50-C047-4BAA-9792-4895AFDABB47}"/>
                </a:ext>
              </a:extLst>
            </p:cNvPr>
            <p:cNvSpPr/>
            <p:nvPr/>
          </p:nvSpPr>
          <p:spPr>
            <a:xfrm>
              <a:off x="4383314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18A91E-E675-47BB-9037-4A237291DEF2}"/>
                </a:ext>
              </a:extLst>
            </p:cNvPr>
            <p:cNvSpPr/>
            <p:nvPr/>
          </p:nvSpPr>
          <p:spPr>
            <a:xfrm>
              <a:off x="6923317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BD3161-5250-4807-AAED-5D1A3E759FF0}"/>
                </a:ext>
              </a:extLst>
            </p:cNvPr>
            <p:cNvSpPr/>
            <p:nvPr/>
          </p:nvSpPr>
          <p:spPr>
            <a:xfrm>
              <a:off x="5268684" y="-101600"/>
              <a:ext cx="1653109" cy="7170057"/>
            </a:xfrm>
            <a:prstGeom prst="rect">
              <a:avLst/>
            </a:prstGeom>
            <a:solidFill>
              <a:srgbClr val="C18E3C"/>
            </a:solidFill>
            <a:ln>
              <a:solidFill>
                <a:srgbClr val="C18E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picture containing text, cat, mammal, domestic cat&#10;&#10;Description automatically generated">
            <a:extLst>
              <a:ext uri="{FF2B5EF4-FFF2-40B4-BE49-F238E27FC236}">
                <a16:creationId xmlns:a16="http://schemas.microsoft.com/office/drawing/2014/main" id="{D12C99AA-A749-4D4C-9667-9790C2B3AE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108" b="94344" l="9898" r="89932">
                        <a14:foregroundMark x1="38055" y1="86632" x2="46246" y2="92031"/>
                        <a14:foregroundMark x1="34300" y1="88432" x2="30546" y2="91260"/>
                        <a14:foregroundMark x1="45563" y1="92802" x2="59898" y2="93830"/>
                        <a14:foregroundMark x1="60751" y1="82262" x2="71331" y2="89203"/>
                        <a14:foregroundMark x1="67065" y1="93059" x2="66894" y2="94344"/>
                        <a14:foregroundMark x1="67577" y1="93573" x2="67577" y2="93573"/>
                        <a14:foregroundMark x1="34300" y1="93830" x2="34300" y2="93830"/>
                        <a14:backgroundMark x1="63481" y1="74293" x2="63481" y2="74293"/>
                        <a14:backgroundMark x1="63652" y1="77892" x2="63652" y2="77892"/>
                        <a14:backgroundMark x1="67065" y1="82519" x2="67065" y2="82519"/>
                        <a14:backgroundMark x1="36007" y1="41902" x2="36007" y2="41902"/>
                        <a14:backgroundMark x1="36177" y1="41645" x2="36177" y2="41645"/>
                        <a14:backgroundMark x1="64164" y1="44216" x2="64164" y2="44216"/>
                        <a14:backgroundMark x1="58362" y1="30077" x2="58362" y2="30077"/>
                        <a14:backgroundMark x1="61092" y1="30334" x2="61092" y2="30334"/>
                        <a14:backgroundMark x1="58532" y1="31105" x2="58532" y2="31105"/>
                        <a14:backgroundMark x1="41638" y1="30848" x2="41638" y2="30848"/>
                        <a14:backgroundMark x1="38908" y1="30591" x2="38908" y2="30591"/>
                        <a14:backgroundMark x1="36007" y1="31362" x2="36007" y2="313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7" t="13969" r="23549" b="1460"/>
          <a:stretch/>
        </p:blipFill>
        <p:spPr>
          <a:xfrm>
            <a:off x="2861187" y="1282"/>
            <a:ext cx="6459794" cy="6856718"/>
          </a:xfrm>
          <a:prstGeom prst="rect">
            <a:avLst/>
          </a:prstGeom>
        </p:spPr>
      </p:pic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29A7BF10-E74E-4438-849E-A286F879D2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4" b="96144" l="0" r="89899">
                        <a14:foregroundMark x1="8081" y1="15938" x2="2453" y2="11825"/>
                        <a14:foregroundMark x1="2453" y1="3856" x2="1876" y2="3085"/>
                        <a14:foregroundMark x1="2020" y1="95630" x2="2020" y2="95630"/>
                        <a14:foregroundMark x1="1732" y1="96658" x2="1732" y2="96658"/>
                        <a14:foregroundMark x1="1732" y1="96658" x2="9957" y2="43959"/>
                        <a14:foregroundMark x1="9524" y1="30334" x2="4473" y2="64010"/>
                        <a14:foregroundMark x1="26696" y1="47301" x2="6494" y2="79177"/>
                        <a14:foregroundMark x1="6494" y1="79177" x2="6494" y2="79177"/>
                        <a14:foregroundMark x1="31890" y1="49357" x2="8802" y2="89203"/>
                        <a14:foregroundMark x1="8802" y1="89203" x2="8225" y2="89717"/>
                        <a14:foregroundMark x1="26696" y1="43959" x2="8947" y2="26992"/>
                        <a14:foregroundMark x1="8947" y1="26992" x2="8081" y2="26735"/>
                        <a14:foregroundMark x1="4329" y1="18252" x2="3463" y2="70437"/>
                        <a14:foregroundMark x1="2886" y1="70951" x2="144" y2="87404"/>
                        <a14:foregroundMark x1="1876" y1="9769" x2="1443" y2="1028"/>
                        <a14:foregroundMark x1="3030" y1="23907" x2="722" y2="14653"/>
                        <a14:foregroundMark x1="722" y1="14653" x2="1154" y2="514"/>
                        <a14:foregroundMark x1="1154" y1="514" x2="1154" y2="514"/>
                        <a14:foregroundMark x1="6926" y1="9769" x2="4906" y2="1028"/>
                        <a14:foregroundMark x1="4906" y1="1028" x2="3608" y2="2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-49377580" y="-101600"/>
            <a:ext cx="12191980" cy="676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21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631BF-ABED-43D2-A43C-2B42BF3090FA}"/>
              </a:ext>
            </a:extLst>
          </p:cNvPr>
          <p:cNvSpPr/>
          <p:nvPr/>
        </p:nvSpPr>
        <p:spPr>
          <a:xfrm>
            <a:off x="-55675277" y="4572000"/>
            <a:ext cx="67865753" cy="4847192"/>
          </a:xfrm>
          <a:prstGeom prst="rect">
            <a:avLst/>
          </a:prstGeom>
          <a:solidFill>
            <a:srgbClr val="AF42EB"/>
          </a:solidFill>
          <a:ln>
            <a:solidFill>
              <a:srgbClr val="AF4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56CD98-FF62-4A10-B2B9-FA32FAE59932}"/>
              </a:ext>
            </a:extLst>
          </p:cNvPr>
          <p:cNvSpPr/>
          <p:nvPr/>
        </p:nvSpPr>
        <p:spPr>
          <a:xfrm>
            <a:off x="-55662679" y="-26974158"/>
            <a:ext cx="67853155" cy="29260799"/>
          </a:xfrm>
          <a:prstGeom prst="rect">
            <a:avLst/>
          </a:prstGeom>
          <a:solidFill>
            <a:srgbClr val="AF42EB"/>
          </a:solidFill>
          <a:ln>
            <a:solidFill>
              <a:srgbClr val="AF4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621D30-71BD-465D-AE38-DC3163C896C3}"/>
              </a:ext>
            </a:extLst>
          </p:cNvPr>
          <p:cNvGrpSpPr/>
          <p:nvPr/>
        </p:nvGrpSpPr>
        <p:grpSpPr>
          <a:xfrm>
            <a:off x="-31261756" y="-30175200"/>
            <a:ext cx="18987491" cy="38056457"/>
            <a:chOff x="4383314" y="-101600"/>
            <a:chExt cx="3410860" cy="717005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8117B-71B9-4C78-9629-695515B25759}"/>
                </a:ext>
              </a:extLst>
            </p:cNvPr>
            <p:cNvSpPr/>
            <p:nvPr/>
          </p:nvSpPr>
          <p:spPr>
            <a:xfrm>
              <a:off x="4383314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93C512E-5E47-4959-90D2-939BD2A57AA0}"/>
                </a:ext>
              </a:extLst>
            </p:cNvPr>
            <p:cNvSpPr/>
            <p:nvPr/>
          </p:nvSpPr>
          <p:spPr>
            <a:xfrm>
              <a:off x="6923317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7ACAB55-B15A-42DB-AF00-DEF4D79B4EA5}"/>
                </a:ext>
              </a:extLst>
            </p:cNvPr>
            <p:cNvSpPr/>
            <p:nvPr/>
          </p:nvSpPr>
          <p:spPr>
            <a:xfrm>
              <a:off x="5268684" y="-101600"/>
              <a:ext cx="1653109" cy="7170057"/>
            </a:xfrm>
            <a:prstGeom prst="rect">
              <a:avLst/>
            </a:prstGeom>
            <a:solidFill>
              <a:srgbClr val="C18E3C"/>
            </a:solidFill>
            <a:ln>
              <a:solidFill>
                <a:srgbClr val="C18E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516AAC6-A47C-4D5F-8352-1EF9F36B2E31}"/>
              </a:ext>
            </a:extLst>
          </p:cNvPr>
          <p:cNvSpPr/>
          <p:nvPr/>
        </p:nvSpPr>
        <p:spPr>
          <a:xfrm>
            <a:off x="-55687862" y="2133600"/>
            <a:ext cx="67879862" cy="2502404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icture containing text, cat, mammal, domestic cat&#10;&#10;Description automatically generated">
            <a:extLst>
              <a:ext uri="{FF2B5EF4-FFF2-40B4-BE49-F238E27FC236}">
                <a16:creationId xmlns:a16="http://schemas.microsoft.com/office/drawing/2014/main" id="{F6EF0BAE-D247-4F0D-802C-44E085780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108" b="94344" l="9898" r="89932">
                        <a14:foregroundMark x1="38055" y1="86632" x2="46246" y2="92031"/>
                        <a14:foregroundMark x1="34300" y1="88432" x2="30546" y2="91260"/>
                        <a14:foregroundMark x1="45563" y1="92802" x2="59898" y2="93830"/>
                        <a14:foregroundMark x1="60751" y1="82262" x2="71331" y2="89203"/>
                        <a14:foregroundMark x1="67065" y1="93059" x2="66894" y2="94344"/>
                        <a14:foregroundMark x1="67577" y1="93573" x2="67577" y2="93573"/>
                        <a14:foregroundMark x1="34300" y1="93830" x2="34300" y2="93830"/>
                        <a14:backgroundMark x1="63481" y1="74293" x2="63481" y2="74293"/>
                        <a14:backgroundMark x1="63652" y1="77892" x2="63652" y2="77892"/>
                        <a14:backgroundMark x1="67065" y1="82519" x2="67065" y2="82519"/>
                        <a14:backgroundMark x1="36007" y1="41902" x2="36007" y2="41902"/>
                        <a14:backgroundMark x1="36177" y1="41645" x2="36177" y2="41645"/>
                        <a14:backgroundMark x1="64164" y1="44216" x2="64164" y2="44216"/>
                        <a14:backgroundMark x1="58362" y1="30077" x2="58362" y2="30077"/>
                        <a14:backgroundMark x1="61092" y1="30334" x2="61092" y2="30334"/>
                        <a14:backgroundMark x1="58532" y1="31105" x2="58532" y2="31105"/>
                        <a14:backgroundMark x1="41638" y1="30848" x2="41638" y2="30848"/>
                        <a14:backgroundMark x1="38908" y1="30591" x2="38908" y2="30591"/>
                        <a14:backgroundMark x1="36007" y1="31362" x2="36007" y2="313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7" t="13969" r="23549" b="1460"/>
          <a:stretch/>
        </p:blipFill>
        <p:spPr>
          <a:xfrm>
            <a:off x="-39735095" y="-29629134"/>
            <a:ext cx="35960221" cy="36393350"/>
          </a:xfrm>
          <a:prstGeom prst="rect">
            <a:avLst/>
          </a:prstGeom>
        </p:spPr>
      </p:pic>
      <p:pic>
        <p:nvPicPr>
          <p:cNvPr id="20" name="Picture 19" descr="Shape&#10;&#10;Description automatically generated">
            <a:extLst>
              <a:ext uri="{FF2B5EF4-FFF2-40B4-BE49-F238E27FC236}">
                <a16:creationId xmlns:a16="http://schemas.microsoft.com/office/drawing/2014/main" id="{83077BE4-6700-4D72-B1FB-28AA24FB38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4" b="96144" l="0" r="89899">
                        <a14:foregroundMark x1="8081" y1="15938" x2="2453" y2="11825"/>
                        <a14:foregroundMark x1="2453" y1="3856" x2="1876" y2="3085"/>
                        <a14:foregroundMark x1="2020" y1="95630" x2="2020" y2="95630"/>
                        <a14:foregroundMark x1="1732" y1="96658" x2="1732" y2="96658"/>
                        <a14:foregroundMark x1="1732" y1="96658" x2="9957" y2="43959"/>
                        <a14:foregroundMark x1="9524" y1="30334" x2="4473" y2="64010"/>
                        <a14:foregroundMark x1="26696" y1="47301" x2="6494" y2="79177"/>
                        <a14:foregroundMark x1="6494" y1="79177" x2="6494" y2="79177"/>
                        <a14:foregroundMark x1="31890" y1="49357" x2="8802" y2="89203"/>
                        <a14:foregroundMark x1="8802" y1="89203" x2="8225" y2="89717"/>
                        <a14:foregroundMark x1="26696" y1="43959" x2="8947" y2="26992"/>
                        <a14:foregroundMark x1="8947" y1="26992" x2="8081" y2="26735"/>
                        <a14:foregroundMark x1="4329" y1="18252" x2="3463" y2="70437"/>
                        <a14:foregroundMark x1="2886" y1="70951" x2="144" y2="87404"/>
                        <a14:foregroundMark x1="1876" y1="9769" x2="1443" y2="1028"/>
                        <a14:foregroundMark x1="3030" y1="23907" x2="722" y2="14653"/>
                        <a14:foregroundMark x1="722" y1="14653" x2="1154" y2="514"/>
                        <a14:foregroundMark x1="1154" y1="514" x2="1154" y2="514"/>
                        <a14:foregroundMark x1="6926" y1="9769" x2="4906" y2="1028"/>
                        <a14:foregroundMark x1="4906" y1="1028" x2="3608" y2="2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-15886063" y="93784"/>
            <a:ext cx="12191980" cy="676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96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631BF-ABED-43D2-A43C-2B42BF3090FA}"/>
              </a:ext>
            </a:extLst>
          </p:cNvPr>
          <p:cNvSpPr/>
          <p:nvPr/>
        </p:nvSpPr>
        <p:spPr>
          <a:xfrm>
            <a:off x="-55675277" y="4572000"/>
            <a:ext cx="76503277" cy="2738282"/>
          </a:xfrm>
          <a:prstGeom prst="rect">
            <a:avLst/>
          </a:prstGeom>
          <a:solidFill>
            <a:srgbClr val="AF42EB"/>
          </a:solidFill>
          <a:ln>
            <a:solidFill>
              <a:srgbClr val="AF4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56CD98-FF62-4A10-B2B9-FA32FAE59932}"/>
              </a:ext>
            </a:extLst>
          </p:cNvPr>
          <p:cNvSpPr/>
          <p:nvPr/>
        </p:nvSpPr>
        <p:spPr>
          <a:xfrm>
            <a:off x="-55662679" y="-26974158"/>
            <a:ext cx="78014679" cy="29260799"/>
          </a:xfrm>
          <a:prstGeom prst="rect">
            <a:avLst/>
          </a:prstGeom>
          <a:solidFill>
            <a:srgbClr val="AF42EB"/>
          </a:solidFill>
          <a:ln>
            <a:solidFill>
              <a:srgbClr val="AF4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621D30-71BD-465D-AE38-DC3163C896C3}"/>
              </a:ext>
            </a:extLst>
          </p:cNvPr>
          <p:cNvGrpSpPr/>
          <p:nvPr/>
        </p:nvGrpSpPr>
        <p:grpSpPr>
          <a:xfrm>
            <a:off x="-31261756" y="-30175200"/>
            <a:ext cx="18987491" cy="38056457"/>
            <a:chOff x="4383314" y="-101600"/>
            <a:chExt cx="3410860" cy="717005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8117B-71B9-4C78-9629-695515B25759}"/>
                </a:ext>
              </a:extLst>
            </p:cNvPr>
            <p:cNvSpPr/>
            <p:nvPr/>
          </p:nvSpPr>
          <p:spPr>
            <a:xfrm>
              <a:off x="4383314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93C512E-5E47-4959-90D2-939BD2A57AA0}"/>
                </a:ext>
              </a:extLst>
            </p:cNvPr>
            <p:cNvSpPr/>
            <p:nvPr/>
          </p:nvSpPr>
          <p:spPr>
            <a:xfrm>
              <a:off x="6923317" y="-101600"/>
              <a:ext cx="870857" cy="7170057"/>
            </a:xfrm>
            <a:prstGeom prst="rect">
              <a:avLst/>
            </a:prstGeom>
            <a:solidFill>
              <a:srgbClr val="EFEFEF"/>
            </a:solidFill>
            <a:ln>
              <a:solidFill>
                <a:srgbClr val="EFEFE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7ACAB55-B15A-42DB-AF00-DEF4D79B4EA5}"/>
                </a:ext>
              </a:extLst>
            </p:cNvPr>
            <p:cNvSpPr/>
            <p:nvPr/>
          </p:nvSpPr>
          <p:spPr>
            <a:xfrm>
              <a:off x="5268684" y="-101600"/>
              <a:ext cx="1653109" cy="7170057"/>
            </a:xfrm>
            <a:prstGeom prst="rect">
              <a:avLst/>
            </a:prstGeom>
            <a:solidFill>
              <a:srgbClr val="C18E3C"/>
            </a:solidFill>
            <a:ln>
              <a:solidFill>
                <a:srgbClr val="C18E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516AAC6-A47C-4D5F-8352-1EF9F36B2E31}"/>
              </a:ext>
            </a:extLst>
          </p:cNvPr>
          <p:cNvSpPr/>
          <p:nvPr/>
        </p:nvSpPr>
        <p:spPr>
          <a:xfrm>
            <a:off x="-55687862" y="2133600"/>
            <a:ext cx="75398262" cy="2502404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icture containing text, cat, mammal, domestic cat&#10;&#10;Description automatically generated">
            <a:extLst>
              <a:ext uri="{FF2B5EF4-FFF2-40B4-BE49-F238E27FC236}">
                <a16:creationId xmlns:a16="http://schemas.microsoft.com/office/drawing/2014/main" id="{F6EF0BAE-D247-4F0D-802C-44E085780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108" b="94344" l="9898" r="89932">
                        <a14:foregroundMark x1="38055" y1="86632" x2="46246" y2="92031"/>
                        <a14:foregroundMark x1="34300" y1="88432" x2="30546" y2="91260"/>
                        <a14:foregroundMark x1="45563" y1="92802" x2="59898" y2="93830"/>
                        <a14:foregroundMark x1="60751" y1="82262" x2="71331" y2="89203"/>
                        <a14:foregroundMark x1="67065" y1="93059" x2="66894" y2="94344"/>
                        <a14:foregroundMark x1="67577" y1="93573" x2="67577" y2="93573"/>
                        <a14:foregroundMark x1="34300" y1="93830" x2="34300" y2="93830"/>
                        <a14:backgroundMark x1="63481" y1="74293" x2="63481" y2="74293"/>
                        <a14:backgroundMark x1="63652" y1="77892" x2="63652" y2="77892"/>
                        <a14:backgroundMark x1="67065" y1="82519" x2="67065" y2="82519"/>
                        <a14:backgroundMark x1="36007" y1="41902" x2="36007" y2="41902"/>
                        <a14:backgroundMark x1="36177" y1="41645" x2="36177" y2="41645"/>
                        <a14:backgroundMark x1="64164" y1="44216" x2="64164" y2="44216"/>
                        <a14:backgroundMark x1="58362" y1="30077" x2="58362" y2="30077"/>
                        <a14:backgroundMark x1="61092" y1="30334" x2="61092" y2="30334"/>
                        <a14:backgroundMark x1="58532" y1="31105" x2="58532" y2="31105"/>
                        <a14:backgroundMark x1="41638" y1="30848" x2="41638" y2="30848"/>
                        <a14:backgroundMark x1="38908" y1="30591" x2="38908" y2="30591"/>
                        <a14:backgroundMark x1="36007" y1="31362" x2="36007" y2="313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7" t="13969" r="23549" b="1460"/>
          <a:stretch/>
        </p:blipFill>
        <p:spPr>
          <a:xfrm>
            <a:off x="-39735095" y="-29629134"/>
            <a:ext cx="35960221" cy="36393350"/>
          </a:xfrm>
          <a:prstGeom prst="rect">
            <a:avLst/>
          </a:prstGeom>
        </p:spPr>
      </p:pic>
      <p:pic>
        <p:nvPicPr>
          <p:cNvPr id="19" name="Picture 18" descr="Shape&#10;&#10;Description automatically generated">
            <a:extLst>
              <a:ext uri="{FF2B5EF4-FFF2-40B4-BE49-F238E27FC236}">
                <a16:creationId xmlns:a16="http://schemas.microsoft.com/office/drawing/2014/main" id="{AD955D99-35B8-4B0F-B32E-FCA4BE1133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4" b="96144" l="0" r="89899">
                        <a14:foregroundMark x1="8081" y1="15938" x2="2453" y2="11825"/>
                        <a14:foregroundMark x1="2453" y1="3856" x2="1876" y2="3085"/>
                        <a14:foregroundMark x1="2020" y1="95630" x2="2020" y2="95630"/>
                        <a14:foregroundMark x1="1732" y1="96658" x2="1732" y2="96658"/>
                        <a14:foregroundMark x1="1732" y1="96658" x2="9957" y2="43959"/>
                        <a14:foregroundMark x1="9524" y1="30334" x2="4473" y2="64010"/>
                        <a14:foregroundMark x1="26696" y1="47301" x2="6494" y2="79177"/>
                        <a14:foregroundMark x1="6494" y1="79177" x2="6494" y2="79177"/>
                        <a14:foregroundMark x1="31890" y1="49357" x2="8802" y2="89203"/>
                        <a14:foregroundMark x1="8802" y1="89203" x2="8225" y2="89717"/>
                        <a14:foregroundMark x1="26696" y1="43959" x2="8947" y2="26992"/>
                        <a14:foregroundMark x1="8947" y1="26992" x2="8081" y2="26735"/>
                        <a14:foregroundMark x1="4329" y1="18252" x2="3463" y2="70437"/>
                        <a14:foregroundMark x1="2886" y1="70951" x2="144" y2="87404"/>
                        <a14:foregroundMark x1="1876" y1="9769" x2="1443" y2="1028"/>
                        <a14:foregroundMark x1="3030" y1="23907" x2="722" y2="14653"/>
                        <a14:foregroundMark x1="722" y1="14653" x2="1154" y2="514"/>
                        <a14:foregroundMark x1="1154" y1="514" x2="1154" y2="514"/>
                        <a14:foregroundMark x1="6926" y1="9769" x2="4906" y2="1028"/>
                        <a14:foregroundMark x1="4906" y1="1028" x2="3608" y2="2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93785"/>
            <a:ext cx="12191980" cy="6764214"/>
          </a:xfrm>
          <a:prstGeom prst="rect">
            <a:avLst/>
          </a:prstGeom>
        </p:spPr>
      </p:pic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587111CA-3CB5-4D24-8574-B8D7CE8B3BF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/>
        </p:blipFill>
        <p:spPr>
          <a:xfrm>
            <a:off x="20" y="7176004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37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6D13BE-7CF1-4F9D-9653-F8C9825E1098}"/>
              </a:ext>
            </a:extLst>
          </p:cNvPr>
          <p:cNvSpPr/>
          <p:nvPr/>
        </p:nvSpPr>
        <p:spPr>
          <a:xfrm>
            <a:off x="-55675277" y="4572000"/>
            <a:ext cx="67865753" cy="2192215"/>
          </a:xfrm>
          <a:prstGeom prst="rect">
            <a:avLst/>
          </a:prstGeom>
          <a:solidFill>
            <a:srgbClr val="AF42EB"/>
          </a:solidFill>
          <a:ln>
            <a:solidFill>
              <a:srgbClr val="AF4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5AEA4B-5B04-419C-84D5-907D1C322389}"/>
              </a:ext>
            </a:extLst>
          </p:cNvPr>
          <p:cNvSpPr/>
          <p:nvPr/>
        </p:nvSpPr>
        <p:spPr>
          <a:xfrm>
            <a:off x="-55662679" y="-26974158"/>
            <a:ext cx="67853155" cy="29260799"/>
          </a:xfrm>
          <a:prstGeom prst="rect">
            <a:avLst/>
          </a:prstGeom>
          <a:solidFill>
            <a:srgbClr val="AF42EB"/>
          </a:solidFill>
          <a:ln>
            <a:solidFill>
              <a:srgbClr val="AF42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90DC9F-7153-4EEA-8E4B-B4EEBA432270}"/>
              </a:ext>
            </a:extLst>
          </p:cNvPr>
          <p:cNvSpPr/>
          <p:nvPr/>
        </p:nvSpPr>
        <p:spPr>
          <a:xfrm>
            <a:off x="-55687862" y="2133600"/>
            <a:ext cx="67865753" cy="2502404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, cat, mammal, domestic cat&#10;&#10;Description automatically generated">
            <a:extLst>
              <a:ext uri="{FF2B5EF4-FFF2-40B4-BE49-F238E27FC236}">
                <a16:creationId xmlns:a16="http://schemas.microsoft.com/office/drawing/2014/main" id="{2C8195EE-AACB-42D4-9C3B-635F3C5403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108" b="94344" l="9898" r="89932">
                        <a14:foregroundMark x1="38055" y1="86632" x2="46246" y2="92031"/>
                        <a14:foregroundMark x1="34300" y1="88432" x2="30546" y2="91260"/>
                        <a14:foregroundMark x1="45563" y1="92802" x2="59898" y2="93830"/>
                        <a14:foregroundMark x1="60751" y1="82262" x2="71331" y2="89203"/>
                        <a14:foregroundMark x1="67065" y1="93059" x2="66894" y2="94344"/>
                        <a14:foregroundMark x1="67577" y1="93573" x2="67577" y2="93573"/>
                        <a14:foregroundMark x1="34300" y1="93830" x2="34300" y2="93830"/>
                        <a14:backgroundMark x1="63481" y1="74293" x2="63481" y2="74293"/>
                        <a14:backgroundMark x1="63652" y1="77892" x2="63652" y2="77892"/>
                        <a14:backgroundMark x1="67065" y1="82519" x2="67065" y2="82519"/>
                        <a14:backgroundMark x1="36007" y1="41902" x2="36007" y2="41902"/>
                        <a14:backgroundMark x1="36177" y1="41645" x2="36177" y2="41645"/>
                        <a14:backgroundMark x1="64164" y1="44216" x2="64164" y2="44216"/>
                        <a14:backgroundMark x1="58362" y1="30077" x2="58362" y2="30077"/>
                        <a14:backgroundMark x1="61092" y1="30334" x2="61092" y2="30334"/>
                        <a14:backgroundMark x1="58532" y1="31105" x2="58532" y2="31105"/>
                        <a14:backgroundMark x1="41638" y1="30848" x2="41638" y2="30848"/>
                        <a14:backgroundMark x1="38908" y1="30591" x2="38908" y2="30591"/>
                        <a14:backgroundMark x1="36007" y1="31362" x2="36007" y2="313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67" t="13969" r="23549" b="1460"/>
          <a:stretch/>
        </p:blipFill>
        <p:spPr>
          <a:xfrm>
            <a:off x="-39735095" y="-29629134"/>
            <a:ext cx="35960221" cy="36393350"/>
          </a:xfrm>
          <a:prstGeom prst="rect">
            <a:avLst/>
          </a:prstGeom>
        </p:spPr>
      </p:pic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EAA2986C-39CE-4670-B53D-F7D7496A57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14" b="96144" l="0" r="89899">
                        <a14:foregroundMark x1="8081" y1="15938" x2="2453" y2="11825"/>
                        <a14:foregroundMark x1="2453" y1="3856" x2="1876" y2="3085"/>
                        <a14:foregroundMark x1="2020" y1="95630" x2="2020" y2="95630"/>
                        <a14:foregroundMark x1="1732" y1="96658" x2="1732" y2="96658"/>
                        <a14:foregroundMark x1="1732" y1="96658" x2="9957" y2="43959"/>
                        <a14:foregroundMark x1="9524" y1="30334" x2="4473" y2="64010"/>
                        <a14:foregroundMark x1="26696" y1="47301" x2="6494" y2="79177"/>
                        <a14:foregroundMark x1="6494" y1="79177" x2="6494" y2="79177"/>
                        <a14:foregroundMark x1="31890" y1="49357" x2="8802" y2="89203"/>
                        <a14:foregroundMark x1="8802" y1="89203" x2="8225" y2="89717"/>
                        <a14:foregroundMark x1="26696" y1="43959" x2="8947" y2="26992"/>
                        <a14:foregroundMark x1="8947" y1="26992" x2="8081" y2="26735"/>
                        <a14:foregroundMark x1="4329" y1="18252" x2="3463" y2="70437"/>
                        <a14:foregroundMark x1="2886" y1="70951" x2="144" y2="87404"/>
                        <a14:foregroundMark x1="1876" y1="9769" x2="1443" y2="1028"/>
                        <a14:foregroundMark x1="3030" y1="23907" x2="722" y2="14653"/>
                        <a14:foregroundMark x1="722" y1="14653" x2="1154" y2="514"/>
                        <a14:foregroundMark x1="1154" y1="514" x2="1154" y2="514"/>
                        <a14:foregroundMark x1="6926" y1="9769" x2="4906" y2="1028"/>
                        <a14:foregroundMark x1="4906" y1="1028" x2="3608" y2="2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93785"/>
            <a:ext cx="12191980" cy="6764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21F634-6401-422C-85B2-048D8DCD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C5114-881B-4435-9BC0-1896216C4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74A4D36-9C15-421E-A8E2-B2953A64A5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89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0">
        <p159:morph option="byObject"/>
      </p:transition>
    </mc:Choice>
    <mc:Fallback>
      <p:transition spd="slow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3</Words>
  <Application>Microsoft Office PowerPoint</Application>
  <PresentationFormat>Widescreen</PresentationFormat>
  <Paragraphs>3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Mama Bhing</dc:creator>
  <cp:lastModifiedBy>Mama Bhing</cp:lastModifiedBy>
  <cp:revision>23</cp:revision>
  <dcterms:created xsi:type="dcterms:W3CDTF">2022-06-09T12:20:51Z</dcterms:created>
  <dcterms:modified xsi:type="dcterms:W3CDTF">2022-06-10T14:07:31Z</dcterms:modified>
</cp:coreProperties>
</file>