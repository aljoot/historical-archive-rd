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1" r:id="rId6"/>
    <p:sldId id="260" r:id="rId7"/>
    <p:sldId id="262" r:id="rId8"/>
    <p:sldId id="264" r:id="rId9"/>
    <p:sldId id="266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7CF"/>
    <a:srgbClr val="FBE20A"/>
    <a:srgbClr val="2F0167"/>
    <a:srgbClr val="FFBC3F"/>
    <a:srgbClr val="FFA42A"/>
    <a:srgbClr val="290068"/>
    <a:srgbClr val="002664"/>
    <a:srgbClr val="9A0000"/>
    <a:srgbClr val="F5E6E6"/>
    <a:srgbClr val="000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78" autoAdjust="0"/>
  </p:normalViewPr>
  <p:slideViewPr>
    <p:cSldViewPr snapToGrid="0">
      <p:cViewPr>
        <p:scale>
          <a:sx n="33" d="100"/>
          <a:sy n="33" d="100"/>
        </p:scale>
        <p:origin x="215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0351-C095-4468-954A-A847F12A5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3B25C-29D7-417B-AB1C-8480C6AB5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10763-7724-4187-8C7D-42440096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F86E9-8AB4-4FB2-823A-8566F5DB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315DF-C4F6-40CF-AB39-33F6233C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51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9326-03DE-42A1-84EF-9A27A142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F6A4E-37D0-48E8-BA70-9FC59AD00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AF492-D6FA-4C0B-A51B-2E2D273F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88AC-1A52-4366-8117-36047C05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3C45-0E7A-43D4-A563-4ED2646B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09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2E86-F94B-4C2B-BA5C-41377AC8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23915-78FF-4D6A-9824-B2D94AF21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E27D-9D90-4BC4-A309-8AE5447C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9B28D-715E-495B-AEF7-2CA36DEE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34CA7-9418-42C0-87BD-335D7F9A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21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343C-1287-4C43-A715-9D3A4F2C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64F68-680B-49F4-BB77-E23C57706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90110-361A-4075-8396-3C0C586C0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DDFC1-6654-4953-8AC8-DF0DF63C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062CB-4BC2-45EE-ACC9-3204AB37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4A4E9-9019-432C-8B5C-370A09DD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37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1372-D6F9-4239-961F-0E28DF19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1B410-0D50-46B9-82CE-3F893164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CDDE4-7E5A-4B5E-B860-703095E68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61ECE-4614-4F55-94A8-2951ED519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DBF47-7F91-4300-B5AB-C5652B458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7EE58-FEA2-44AB-8C1E-FB556B11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E8D3E-4F7F-49BA-820C-50BBD8F7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96263-9656-4636-81F1-CF1A0E1D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88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306F-208A-45E9-9A47-4A4BA180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D9C15-DE51-4507-91F0-AED5B17D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2B95-1A8B-4EDF-AD35-E810D21B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D4625-0D28-494C-8AD7-1C0DC738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56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17594-7303-49F9-A4CB-A79030A0F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2E14E-4A3B-4881-97E4-11687047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1963F-D88A-46C5-8A84-49608D0E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37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4ADF-11C3-4ACB-98EF-A342BA9F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4BB35-C7F9-4325-8236-463FBBAB4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5BF4B-DD35-4E3F-B5B7-C68E64B88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1E472-C3B1-47CF-B998-6136A94C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587AD-953C-4C75-8F60-D3078606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50C9E-63F1-48CE-904C-4480DC2E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07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B294-B0F1-4B46-A7DD-501FBDC04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9066F-4E5D-49E4-A55F-534B0AD74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44CF5-AC56-447E-99F1-9A3F252F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7B2D8-E7DF-4751-9178-5D7E39C2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41511-4D74-40E9-9292-A50F43D3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0B385-B03C-409E-A575-0611D7CD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07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6943-B97F-43DD-A772-732B6C9A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9598A-0E31-43EA-A118-31D60FD82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5D304-B1DD-4845-9D23-B0A67882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674BC-3750-4BD0-89DF-F18E6DAF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B4069-8103-4AD1-B3B2-1B5AC65C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12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9B4290-1092-4434-A813-5D0BC5B27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9C82E-BDAA-46F4-B849-78BFA1B91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C97EB-3C29-43EA-8781-6793BB73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E7DA-ED5D-423E-AE12-54013158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1EB46-9AFC-465C-A05B-A654A5A1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49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D30F5-4191-49A2-8EBD-0D663746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B2426-E236-4CB2-9DBC-378E8F73E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F0B46-D881-4D67-AD79-971403E0F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A1A4C-67C7-47D2-A008-04C463033FF4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02826-4FD5-411E-8E38-501E24A48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78F9D-042C-48CF-9F1C-E1EC8BC7E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4D8C9-84C0-441D-A179-2C963035A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5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08F407-2F71-45F9-AAEB-9D8D86CAFCD8}"/>
              </a:ext>
            </a:extLst>
          </p:cNvPr>
          <p:cNvSpPr/>
          <p:nvPr/>
        </p:nvSpPr>
        <p:spPr>
          <a:xfrm flipV="1">
            <a:off x="-186205" y="455371"/>
            <a:ext cx="15833069" cy="275771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2ED92A-C3FF-441A-B868-B065DC05D9FD}"/>
              </a:ext>
            </a:extLst>
          </p:cNvPr>
          <p:cNvSpPr/>
          <p:nvPr/>
        </p:nvSpPr>
        <p:spPr>
          <a:xfrm flipV="1">
            <a:off x="-1" y="98994"/>
            <a:ext cx="15833069" cy="268325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5D644-C9A3-42B7-89BA-2554B7234A6B}"/>
              </a:ext>
            </a:extLst>
          </p:cNvPr>
          <p:cNvSpPr/>
          <p:nvPr/>
        </p:nvSpPr>
        <p:spPr>
          <a:xfrm flipV="1">
            <a:off x="-3420894" y="6589674"/>
            <a:ext cx="16881138" cy="309618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FBA503-D388-4634-B9AC-40B11F8D3ACF}"/>
              </a:ext>
            </a:extLst>
          </p:cNvPr>
          <p:cNvSpPr/>
          <p:nvPr/>
        </p:nvSpPr>
        <p:spPr>
          <a:xfrm flipV="1">
            <a:off x="-3524250" y="6093010"/>
            <a:ext cx="16881138" cy="309618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0B37C1-691E-4976-A723-F7DD7F6D900B}"/>
              </a:ext>
            </a:extLst>
          </p:cNvPr>
          <p:cNvSpPr/>
          <p:nvPr/>
        </p:nvSpPr>
        <p:spPr>
          <a:xfrm rot="8142645">
            <a:off x="-2506217" y="-4043952"/>
            <a:ext cx="945279" cy="3719793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E448C-849F-42F1-A6B5-E677CB5D1DCE}"/>
              </a:ext>
            </a:extLst>
          </p:cNvPr>
          <p:cNvSpPr/>
          <p:nvPr/>
        </p:nvSpPr>
        <p:spPr>
          <a:xfrm rot="2585563">
            <a:off x="-2307957" y="6820848"/>
            <a:ext cx="945279" cy="4362450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5A0CCF-25C7-495A-92D9-B143533DCC28}"/>
              </a:ext>
            </a:extLst>
          </p:cNvPr>
          <p:cNvSpPr/>
          <p:nvPr/>
        </p:nvSpPr>
        <p:spPr>
          <a:xfrm rot="2585563">
            <a:off x="-1505991" y="7189450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39303E-D3BD-4C44-B16B-D191D20F70BB}"/>
              </a:ext>
            </a:extLst>
          </p:cNvPr>
          <p:cNvSpPr/>
          <p:nvPr/>
        </p:nvSpPr>
        <p:spPr>
          <a:xfrm rot="2585563">
            <a:off x="-2383160" y="6452247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68867B-06C3-45FC-B106-9D42A99028D3}"/>
              </a:ext>
            </a:extLst>
          </p:cNvPr>
          <p:cNvSpPr/>
          <p:nvPr/>
        </p:nvSpPr>
        <p:spPr>
          <a:xfrm rot="8195775">
            <a:off x="-2734412" y="-4135267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0A27FD-FEBB-48A5-9C1D-C4745B19D81D}"/>
              </a:ext>
            </a:extLst>
          </p:cNvPr>
          <p:cNvSpPr/>
          <p:nvPr/>
        </p:nvSpPr>
        <p:spPr>
          <a:xfrm rot="8195775">
            <a:off x="-1975458" y="-5338350"/>
            <a:ext cx="218516" cy="4971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A68357-44F2-4D61-824C-472BCA667CA1}"/>
              </a:ext>
            </a:extLst>
          </p:cNvPr>
          <p:cNvSpPr/>
          <p:nvPr/>
        </p:nvSpPr>
        <p:spPr>
          <a:xfrm>
            <a:off x="-1209822" y="6077243"/>
            <a:ext cx="15404124" cy="914400"/>
          </a:xfrm>
          <a:prstGeom prst="rect">
            <a:avLst/>
          </a:prstGeom>
          <a:solidFill>
            <a:srgbClr val="FFBF00"/>
          </a:solidFill>
          <a:ln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E2756-8B3D-4044-AB37-874849EEEDC8}"/>
              </a:ext>
            </a:extLst>
          </p:cNvPr>
          <p:cNvSpPr/>
          <p:nvPr/>
        </p:nvSpPr>
        <p:spPr>
          <a:xfrm>
            <a:off x="-186204" y="1720850"/>
            <a:ext cx="13563600" cy="3416300"/>
          </a:xfrm>
          <a:prstGeom prst="rect">
            <a:avLst/>
          </a:prstGeom>
          <a:solidFill>
            <a:srgbClr val="0004FF"/>
          </a:solidFill>
          <a:ln>
            <a:solidFill>
              <a:srgbClr val="000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6F64AA-8381-4ACF-A6C8-D40997AF8E21}"/>
              </a:ext>
            </a:extLst>
          </p:cNvPr>
          <p:cNvSpPr/>
          <p:nvPr/>
        </p:nvSpPr>
        <p:spPr>
          <a:xfrm>
            <a:off x="-2286000" y="-171743"/>
            <a:ext cx="17932865" cy="914400"/>
          </a:xfrm>
          <a:prstGeom prst="rect">
            <a:avLst/>
          </a:prstGeom>
          <a:solidFill>
            <a:srgbClr val="FFBF00"/>
          </a:solidFill>
          <a:ln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id="{3E9280EE-F4B9-49B4-ABF7-7A55621996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19383" y1="19906" x2="19383" y2="19906"/>
                        <a14:backgroundMark x1="21441" y1="13115" x2="73413" y2="19438"/>
                        <a14:backgroundMark x1="83877" y1="16393" x2="72556" y2="16628"/>
                        <a14:backgroundMark x1="83190" y1="11944" x2="85935" y2="24356"/>
                        <a14:backgroundMark x1="90051" y1="79859" x2="8576" y2="82201"/>
                        <a14:backgroundMark x1="39966" y1="58080" x2="41852" y2="56674"/>
                        <a14:backgroundMark x1="39280" y1="52459" x2="40823" y2="52225"/>
                        <a14:backgroundMark x1="39280" y1="47073" x2="40309" y2="47307"/>
                        <a14:backgroundMark x1="41509" y1="47775" x2="41509" y2="47775"/>
                        <a14:backgroundMark x1="41338" y1="52225" x2="41681" y2="51991"/>
                        <a14:backgroundMark x1="41852" y1="62998" x2="42539" y2="62295"/>
                        <a14:backgroundMark x1="46141" y1="65574" x2="45969" y2="65340"/>
                        <a14:backgroundMark x1="50257" y1="63466" x2="50257" y2="63466"/>
                        <a14:backgroundMark x1="53345" y1="63934" x2="53688" y2="64637"/>
                        <a14:backgroundMark x1="56775" y1="61827" x2="57633" y2="61827"/>
                        <a14:backgroundMark x1="53002" y1="61124" x2="53002" y2="61124"/>
                        <a14:backgroundMark x1="60720" y1="58314" x2="62264" y2="59485"/>
                        <a14:backgroundMark x1="60034" y1="52693" x2="60720" y2="52693"/>
                        <a14:backgroundMark x1="37564" y1="40515" x2="40309" y2="42155"/>
                        <a14:backgroundMark x1="41166" y1="35363" x2="42539" y2="38173"/>
                        <a14:backgroundMark x1="45798" y1="33489" x2="46141" y2="34895"/>
                        <a14:backgroundMark x1="50086" y1="35129" x2="50257" y2="36300"/>
                        <a14:backgroundMark x1="55060" y1="31850" x2="53516" y2="36768"/>
                        <a14:backgroundMark x1="58662" y1="35831" x2="55575" y2="40515"/>
                        <a14:backgroundMark x1="62779" y1="39813" x2="60377" y2="42389"/>
                        <a14:backgroundMark x1="61407" y1="47541" x2="59177" y2="47775"/>
                        <a14:backgroundMark x1="13722" y1="25293" x2="17324" y2="35129"/>
                        <a14:backgroundMark x1="18696" y1="37237" x2="15952" y2="62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76" t="23409" r="30359" b="22575"/>
          <a:stretch/>
        </p:blipFill>
        <p:spPr>
          <a:xfrm>
            <a:off x="4219575" y="1590674"/>
            <a:ext cx="3733800" cy="371475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C7717CF-3C3C-4E78-A1C5-19177A74D378}"/>
              </a:ext>
            </a:extLst>
          </p:cNvPr>
          <p:cNvGrpSpPr/>
          <p:nvPr/>
        </p:nvGrpSpPr>
        <p:grpSpPr>
          <a:xfrm rot="8923803">
            <a:off x="-5504545" y="1038224"/>
            <a:ext cx="4800600" cy="4819650"/>
            <a:chOff x="628650" y="1028700"/>
            <a:chExt cx="4800600" cy="481965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792CB78-A3D4-42C7-8347-6E84287680C0}"/>
                </a:ext>
              </a:extLst>
            </p:cNvPr>
            <p:cNvSpPr/>
            <p:nvPr/>
          </p:nvSpPr>
          <p:spPr>
            <a:xfrm>
              <a:off x="628650" y="1028700"/>
              <a:ext cx="4800600" cy="48196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 descr="Logo&#10;&#10;Description automatically generated">
              <a:extLst>
                <a:ext uri="{FF2B5EF4-FFF2-40B4-BE49-F238E27FC236}">
                  <a16:creationId xmlns:a16="http://schemas.microsoft.com/office/drawing/2014/main" id="{4427D0FF-E0A9-4958-BE07-D39FE24595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602" b="89930" l="8424" r="89860">
                          <a14:foregroundMark x1="34165" y1="36768" x2="24805" y2="58080"/>
                          <a14:foregroundMark x1="37910" y1="46370" x2="25897" y2="66511"/>
                          <a14:foregroundMark x1="33073" y1="38173" x2="38534" y2="55504"/>
                          <a14:foregroundMark x1="13729" y1="47541" x2="9560" y2="49963"/>
                          <a14:foregroundMark x1="31669" y1="38173" x2="21529" y2="54098"/>
                          <a14:backgroundMark x1="8424" y1="49415" x2="7956" y2="515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56" t="18611" r="49484" b="15556"/>
            <a:stretch/>
          </p:blipFill>
          <p:spPr>
            <a:xfrm>
              <a:off x="819150" y="1276350"/>
              <a:ext cx="4381500" cy="4514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9677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  <p:sndAc>
          <p:stSnd>
            <p:snd r:embed="rId2" name="Rudartdzh_Jingle (2).wav"/>
          </p:stSnd>
        </p:sndAc>
      </p:transition>
    </mc:Choice>
    <mc:Fallback>
      <p:transition spd="slow" advTm="0">
        <p:fade/>
        <p:sndAc>
          <p:stSnd>
            <p:snd r:embed="rId2" name="Rudartdzh_Jingle (2)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72AD26-B2ED-4BD9-A8D0-1613B7A3B9DC}"/>
              </a:ext>
            </a:extLst>
          </p:cNvPr>
          <p:cNvSpPr/>
          <p:nvPr/>
        </p:nvSpPr>
        <p:spPr>
          <a:xfrm>
            <a:off x="-2286000" y="-171743"/>
            <a:ext cx="17932865" cy="705143"/>
          </a:xfrm>
          <a:prstGeom prst="rect">
            <a:avLst/>
          </a:prstGeom>
          <a:solidFill>
            <a:srgbClr val="FFBF00"/>
          </a:solidFill>
          <a:ln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46D56-D173-4B91-9730-FE79E30F1903}"/>
              </a:ext>
            </a:extLst>
          </p:cNvPr>
          <p:cNvSpPr/>
          <p:nvPr/>
        </p:nvSpPr>
        <p:spPr>
          <a:xfrm>
            <a:off x="-1209822" y="6286499"/>
            <a:ext cx="15404124" cy="705143"/>
          </a:xfrm>
          <a:prstGeom prst="rect">
            <a:avLst/>
          </a:prstGeom>
          <a:solidFill>
            <a:srgbClr val="FFBF00"/>
          </a:solidFill>
          <a:ln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36272D-7583-4F57-9459-4B47D08F9855}"/>
              </a:ext>
            </a:extLst>
          </p:cNvPr>
          <p:cNvSpPr/>
          <p:nvPr/>
        </p:nvSpPr>
        <p:spPr>
          <a:xfrm>
            <a:off x="-319314" y="1071564"/>
            <a:ext cx="13356888" cy="525008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558E8F-D78B-4A39-B4AF-42E429D358D8}"/>
              </a:ext>
            </a:extLst>
          </p:cNvPr>
          <p:cNvSpPr/>
          <p:nvPr/>
        </p:nvSpPr>
        <p:spPr>
          <a:xfrm>
            <a:off x="-186204" y="2105025"/>
            <a:ext cx="13356888" cy="510833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176598-9880-47C6-BF6B-EED74A5C0EF2}"/>
              </a:ext>
            </a:extLst>
          </p:cNvPr>
          <p:cNvSpPr/>
          <p:nvPr/>
        </p:nvSpPr>
        <p:spPr>
          <a:xfrm>
            <a:off x="0" y="5264321"/>
            <a:ext cx="13356888" cy="510833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558542-0946-4884-9003-95E04B9A7784}"/>
              </a:ext>
            </a:extLst>
          </p:cNvPr>
          <p:cNvSpPr/>
          <p:nvPr/>
        </p:nvSpPr>
        <p:spPr>
          <a:xfrm>
            <a:off x="1988" y="4242143"/>
            <a:ext cx="13356888" cy="510833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4CA9B-2A47-461C-876A-D4C4081867D3}"/>
              </a:ext>
            </a:extLst>
          </p:cNvPr>
          <p:cNvSpPr/>
          <p:nvPr/>
        </p:nvSpPr>
        <p:spPr>
          <a:xfrm>
            <a:off x="-139700" y="2993923"/>
            <a:ext cx="13563600" cy="870154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AC42B3-239C-46FB-8FB8-A3DDCC5655D7}"/>
              </a:ext>
            </a:extLst>
          </p:cNvPr>
          <p:cNvSpPr/>
          <p:nvPr/>
        </p:nvSpPr>
        <p:spPr>
          <a:xfrm rot="8142645">
            <a:off x="1018898" y="-643631"/>
            <a:ext cx="945279" cy="4362450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6BB1DC-4663-4C0E-8E62-BB4BD34514AC}"/>
              </a:ext>
            </a:extLst>
          </p:cNvPr>
          <p:cNvSpPr/>
          <p:nvPr/>
        </p:nvSpPr>
        <p:spPr>
          <a:xfrm rot="2585563">
            <a:off x="851984" y="3326027"/>
            <a:ext cx="945279" cy="4362450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2C4A40-0E5C-4640-BD17-13BB0735DD03}"/>
              </a:ext>
            </a:extLst>
          </p:cNvPr>
          <p:cNvSpPr/>
          <p:nvPr/>
        </p:nvSpPr>
        <p:spPr>
          <a:xfrm rot="2585563">
            <a:off x="1653950" y="3694629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59035-9CA7-4339-8861-05A779647564}"/>
              </a:ext>
            </a:extLst>
          </p:cNvPr>
          <p:cNvSpPr/>
          <p:nvPr/>
        </p:nvSpPr>
        <p:spPr>
          <a:xfrm rot="2585563">
            <a:off x="776781" y="2957426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6A443-5990-4BCB-AFF5-38917CD3DBCB}"/>
              </a:ext>
            </a:extLst>
          </p:cNvPr>
          <p:cNvSpPr/>
          <p:nvPr/>
        </p:nvSpPr>
        <p:spPr>
          <a:xfrm rot="8195775">
            <a:off x="566325" y="-643632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7289FE-1E82-4E96-A360-6F44BF46F5DB}"/>
              </a:ext>
            </a:extLst>
          </p:cNvPr>
          <p:cNvSpPr/>
          <p:nvPr/>
        </p:nvSpPr>
        <p:spPr>
          <a:xfrm rot="8195775">
            <a:off x="1503310" y="-1917566"/>
            <a:ext cx="218516" cy="5489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D3F067-94CF-44EA-8D52-606AA160BE83}"/>
              </a:ext>
            </a:extLst>
          </p:cNvPr>
          <p:cNvGrpSpPr/>
          <p:nvPr/>
        </p:nvGrpSpPr>
        <p:grpSpPr>
          <a:xfrm>
            <a:off x="168270" y="1028459"/>
            <a:ext cx="4800600" cy="4819650"/>
            <a:chOff x="628650" y="1028700"/>
            <a:chExt cx="4800600" cy="481965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9C8475-E462-4835-B92C-1492333A148B}"/>
                </a:ext>
              </a:extLst>
            </p:cNvPr>
            <p:cNvSpPr/>
            <p:nvPr/>
          </p:nvSpPr>
          <p:spPr>
            <a:xfrm>
              <a:off x="628650" y="1028700"/>
              <a:ext cx="4800600" cy="48196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Logo&#10;&#10;Description automatically generated">
              <a:extLst>
                <a:ext uri="{FF2B5EF4-FFF2-40B4-BE49-F238E27FC236}">
                  <a16:creationId xmlns:a16="http://schemas.microsoft.com/office/drawing/2014/main" id="{9EE22E13-FCA9-4C8C-A0EF-B61C95CD4F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602" b="89930" l="8424" r="89860">
                          <a14:foregroundMark x1="34165" y1="36768" x2="24805" y2="58080"/>
                          <a14:foregroundMark x1="37910" y1="46370" x2="25897" y2="66511"/>
                          <a14:foregroundMark x1="33073" y1="38173" x2="38534" y2="55504"/>
                          <a14:foregroundMark x1="13729" y1="47541" x2="9560" y2="49963"/>
                          <a14:foregroundMark x1="31669" y1="38173" x2="21529" y2="54098"/>
                          <a14:backgroundMark x1="8424" y1="49415" x2="7956" y2="515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56" t="18611" r="49484" b="15556"/>
            <a:stretch/>
          </p:blipFill>
          <p:spPr>
            <a:xfrm>
              <a:off x="819150" y="1276350"/>
              <a:ext cx="4381500" cy="4514850"/>
            </a:xfrm>
            <a:prstGeom prst="rect">
              <a:avLst/>
            </a:prstGeom>
          </p:spPr>
        </p:pic>
      </p:grpSp>
      <p:pic>
        <p:nvPicPr>
          <p:cNvPr id="11" name="Picture 10" descr="A picture containing shape&#10;&#10;Description automatically generated" hidden="1">
            <a:extLst>
              <a:ext uri="{FF2B5EF4-FFF2-40B4-BE49-F238E27FC236}">
                <a16:creationId xmlns:a16="http://schemas.microsoft.com/office/drawing/2014/main" id="{55AB3E77-0D0D-468D-B4EC-73C3C00FCE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19383" y1="19906" x2="19383" y2="19906"/>
                        <a14:backgroundMark x1="21441" y1="13115" x2="73413" y2="19438"/>
                        <a14:backgroundMark x1="83877" y1="16393" x2="72556" y2="16628"/>
                        <a14:backgroundMark x1="83190" y1="11944" x2="85935" y2="24356"/>
                        <a14:backgroundMark x1="90051" y1="79859" x2="8576" y2="82201"/>
                        <a14:backgroundMark x1="39966" y1="58080" x2="41852" y2="56674"/>
                        <a14:backgroundMark x1="39280" y1="52459" x2="40823" y2="52225"/>
                        <a14:backgroundMark x1="39280" y1="47073" x2="40309" y2="47307"/>
                        <a14:backgroundMark x1="41509" y1="47775" x2="41509" y2="47775"/>
                        <a14:backgroundMark x1="41338" y1="52225" x2="41681" y2="51991"/>
                        <a14:backgroundMark x1="41852" y1="62998" x2="42539" y2="62295"/>
                        <a14:backgroundMark x1="46141" y1="65574" x2="45969" y2="65340"/>
                        <a14:backgroundMark x1="50257" y1="63466" x2="50257" y2="63466"/>
                        <a14:backgroundMark x1="53345" y1="63934" x2="53688" y2="64637"/>
                        <a14:backgroundMark x1="56775" y1="61827" x2="57633" y2="61827"/>
                        <a14:backgroundMark x1="53002" y1="61124" x2="53002" y2="61124"/>
                        <a14:backgroundMark x1="60720" y1="58314" x2="62264" y2="59485"/>
                        <a14:backgroundMark x1="60034" y1="52693" x2="60720" y2="52693"/>
                        <a14:backgroundMark x1="37564" y1="40515" x2="40309" y2="42155"/>
                        <a14:backgroundMark x1="41166" y1="35363" x2="42539" y2="38173"/>
                        <a14:backgroundMark x1="45798" y1="33489" x2="46141" y2="34895"/>
                        <a14:backgroundMark x1="50086" y1="35129" x2="50257" y2="36300"/>
                        <a14:backgroundMark x1="55060" y1="31850" x2="53516" y2="36768"/>
                        <a14:backgroundMark x1="58662" y1="35831" x2="55575" y2="40515"/>
                        <a14:backgroundMark x1="62779" y1="39813" x2="60377" y2="42389"/>
                        <a14:backgroundMark x1="61407" y1="47541" x2="59177" y2="47775"/>
                        <a14:backgroundMark x1="13722" y1="25293" x2="17324" y2="35129"/>
                        <a14:backgroundMark x1="18696" y1="37237" x2="15952" y2="62529"/>
                        <a14:backgroundMark x1="49228" y1="49883" x2="49228" y2="498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76" t="23409" r="30359" b="22575"/>
          <a:stretch/>
        </p:blipFill>
        <p:spPr>
          <a:xfrm>
            <a:off x="701670" y="1708515"/>
            <a:ext cx="3733800" cy="3714751"/>
          </a:xfrm>
          <a:prstGeom prst="rect">
            <a:avLst/>
          </a:prstGeom>
        </p:spPr>
      </p:pic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F7CE2175-543E-46F5-9352-C0117BC482A3}"/>
              </a:ext>
            </a:extLst>
          </p:cNvPr>
          <p:cNvSpPr/>
          <p:nvPr/>
        </p:nvSpPr>
        <p:spPr>
          <a:xfrm>
            <a:off x="1054100" y="1956728"/>
            <a:ext cx="3036702" cy="3028881"/>
          </a:xfrm>
          <a:prstGeom prst="donut">
            <a:avLst>
              <a:gd name="adj" fmla="val 37947"/>
            </a:avLst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5" name="Picture 24" descr="A picture containing shape&#10;&#10;Description automatically generated">
            <a:extLst>
              <a:ext uri="{FF2B5EF4-FFF2-40B4-BE49-F238E27FC236}">
                <a16:creationId xmlns:a16="http://schemas.microsoft.com/office/drawing/2014/main" id="{55F8E4B8-CE70-4CB1-A615-D0823C711AC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19383" y1="19906" x2="19383" y2="19906"/>
                        <a14:backgroundMark x1="21441" y1="13115" x2="73413" y2="19438"/>
                        <a14:backgroundMark x1="83877" y1="16393" x2="72556" y2="16628"/>
                        <a14:backgroundMark x1="83190" y1="11944" x2="85935" y2="24356"/>
                        <a14:backgroundMark x1="90051" y1="79859" x2="8576" y2="82201"/>
                        <a14:backgroundMark x1="39966" y1="58080" x2="41852" y2="56674"/>
                        <a14:backgroundMark x1="39280" y1="52459" x2="40823" y2="52225"/>
                        <a14:backgroundMark x1="39280" y1="47073" x2="40309" y2="47307"/>
                        <a14:backgroundMark x1="41509" y1="47775" x2="41509" y2="47775"/>
                        <a14:backgroundMark x1="41338" y1="52225" x2="41681" y2="51991"/>
                        <a14:backgroundMark x1="41852" y1="62998" x2="42539" y2="62295"/>
                        <a14:backgroundMark x1="46141" y1="65574" x2="45969" y2="65340"/>
                        <a14:backgroundMark x1="50257" y1="63466" x2="50257" y2="63466"/>
                        <a14:backgroundMark x1="53345" y1="63934" x2="53688" y2="64637"/>
                        <a14:backgroundMark x1="56775" y1="61827" x2="57633" y2="61827"/>
                        <a14:backgroundMark x1="53002" y1="61124" x2="53002" y2="61124"/>
                        <a14:backgroundMark x1="60720" y1="58314" x2="62264" y2="59485"/>
                        <a14:backgroundMark x1="60034" y1="52693" x2="60720" y2="52693"/>
                        <a14:backgroundMark x1="37564" y1="40515" x2="40309" y2="42155"/>
                        <a14:backgroundMark x1="41166" y1="35363" x2="42539" y2="38173"/>
                        <a14:backgroundMark x1="45798" y1="33489" x2="46141" y2="34895"/>
                        <a14:backgroundMark x1="50086" y1="35129" x2="50257" y2="36300"/>
                        <a14:backgroundMark x1="55060" y1="31850" x2="53516" y2="36768"/>
                        <a14:backgroundMark x1="58662" y1="35831" x2="55575" y2="40515"/>
                        <a14:backgroundMark x1="62779" y1="39813" x2="60377" y2="42389"/>
                        <a14:backgroundMark x1="61407" y1="47541" x2="59177" y2="47775"/>
                        <a14:backgroundMark x1="13722" y1="25293" x2="17324" y2="35129"/>
                        <a14:backgroundMark x1="18696" y1="37237" x2="15952" y2="62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76" t="23409" r="30359" b="22575"/>
          <a:stretch/>
        </p:blipFill>
        <p:spPr>
          <a:xfrm>
            <a:off x="702208" y="1650481"/>
            <a:ext cx="3733800" cy="371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34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2099A18-1F59-4AF2-ABDF-B8FA6A1E591A}"/>
              </a:ext>
            </a:extLst>
          </p:cNvPr>
          <p:cNvSpPr/>
          <p:nvPr/>
        </p:nvSpPr>
        <p:spPr>
          <a:xfrm flipV="1">
            <a:off x="-186205" y="455371"/>
            <a:ext cx="15833069" cy="275771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4AA072-C640-420E-8CCC-632999AFC6AC}"/>
              </a:ext>
            </a:extLst>
          </p:cNvPr>
          <p:cNvSpPr/>
          <p:nvPr/>
        </p:nvSpPr>
        <p:spPr>
          <a:xfrm flipV="1">
            <a:off x="-1" y="98994"/>
            <a:ext cx="15833069" cy="268325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A5CE27-8225-4A34-B847-1ED2714E3751}"/>
              </a:ext>
            </a:extLst>
          </p:cNvPr>
          <p:cNvSpPr/>
          <p:nvPr/>
        </p:nvSpPr>
        <p:spPr>
          <a:xfrm flipV="1">
            <a:off x="-3420894" y="6589674"/>
            <a:ext cx="16881138" cy="309618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08AB36-3259-494A-96D7-7F22D880B80B}"/>
              </a:ext>
            </a:extLst>
          </p:cNvPr>
          <p:cNvSpPr/>
          <p:nvPr/>
        </p:nvSpPr>
        <p:spPr>
          <a:xfrm flipV="1">
            <a:off x="-3524250" y="6093010"/>
            <a:ext cx="16881138" cy="309618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CC5B7AD-729E-48FD-AEF7-F3403669996D}"/>
              </a:ext>
            </a:extLst>
          </p:cNvPr>
          <p:cNvSpPr/>
          <p:nvPr/>
        </p:nvSpPr>
        <p:spPr>
          <a:xfrm rot="8142645">
            <a:off x="7260418" y="7868344"/>
            <a:ext cx="945279" cy="3719793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27BA353-1777-425D-8914-4558E0D9D0EF}"/>
              </a:ext>
            </a:extLst>
          </p:cNvPr>
          <p:cNvSpPr/>
          <p:nvPr/>
        </p:nvSpPr>
        <p:spPr>
          <a:xfrm rot="2585563">
            <a:off x="7178056" y="-4562392"/>
            <a:ext cx="945279" cy="4362450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C8DBC5-81FA-432B-A632-4BD025493A31}"/>
              </a:ext>
            </a:extLst>
          </p:cNvPr>
          <p:cNvSpPr/>
          <p:nvPr/>
        </p:nvSpPr>
        <p:spPr>
          <a:xfrm rot="2585563">
            <a:off x="7980022" y="-4193790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A69204B-9FCA-405C-B0CD-A8252B7F1011}"/>
              </a:ext>
            </a:extLst>
          </p:cNvPr>
          <p:cNvSpPr/>
          <p:nvPr/>
        </p:nvSpPr>
        <p:spPr>
          <a:xfrm rot="2585563">
            <a:off x="7102853" y="-4930993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21178F-9CA6-4C40-956A-9F048920A6B0}"/>
              </a:ext>
            </a:extLst>
          </p:cNvPr>
          <p:cNvSpPr/>
          <p:nvPr/>
        </p:nvSpPr>
        <p:spPr>
          <a:xfrm rot="8195775">
            <a:off x="7032223" y="7777029"/>
            <a:ext cx="218516" cy="4362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B27D79-F7FB-4E5B-B92C-E1A26785ED3E}"/>
              </a:ext>
            </a:extLst>
          </p:cNvPr>
          <p:cNvSpPr/>
          <p:nvPr/>
        </p:nvSpPr>
        <p:spPr>
          <a:xfrm rot="8195775">
            <a:off x="7791177" y="6573946"/>
            <a:ext cx="218516" cy="4971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222764-EE4A-4AB6-B6BA-7CC1902828F2}"/>
              </a:ext>
            </a:extLst>
          </p:cNvPr>
          <p:cNvSpPr/>
          <p:nvPr/>
        </p:nvSpPr>
        <p:spPr>
          <a:xfrm>
            <a:off x="-1209822" y="6077243"/>
            <a:ext cx="15404124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EC3CEB-1FE7-4FF2-8330-E126D52BA8A9}"/>
              </a:ext>
            </a:extLst>
          </p:cNvPr>
          <p:cNvSpPr/>
          <p:nvPr/>
        </p:nvSpPr>
        <p:spPr>
          <a:xfrm>
            <a:off x="-186204" y="1720850"/>
            <a:ext cx="13563600" cy="3416300"/>
          </a:xfrm>
          <a:prstGeom prst="rect">
            <a:avLst/>
          </a:prstGeom>
          <a:solidFill>
            <a:srgbClr val="290068"/>
          </a:solidFill>
          <a:ln>
            <a:solidFill>
              <a:srgbClr val="290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0EC9DA-8844-4835-BEE7-7D63C90464E8}"/>
              </a:ext>
            </a:extLst>
          </p:cNvPr>
          <p:cNvSpPr/>
          <p:nvPr/>
        </p:nvSpPr>
        <p:spPr>
          <a:xfrm>
            <a:off x="-2286000" y="-171743"/>
            <a:ext cx="17932865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96EC750-8BBF-4A15-B91F-B9DC4057D2C8}"/>
              </a:ext>
            </a:extLst>
          </p:cNvPr>
          <p:cNvGrpSpPr/>
          <p:nvPr/>
        </p:nvGrpSpPr>
        <p:grpSpPr>
          <a:xfrm rot="8923803">
            <a:off x="17396432" y="2961556"/>
            <a:ext cx="773487" cy="972985"/>
            <a:chOff x="628650" y="1028700"/>
            <a:chExt cx="4800600" cy="481965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50C5A67-6403-46BB-8971-3B73FC8C8365}"/>
                </a:ext>
              </a:extLst>
            </p:cNvPr>
            <p:cNvSpPr/>
            <p:nvPr/>
          </p:nvSpPr>
          <p:spPr>
            <a:xfrm>
              <a:off x="628650" y="1028700"/>
              <a:ext cx="4800600" cy="48196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55" descr="Logo&#10;&#10;Description automatically generated">
              <a:extLst>
                <a:ext uri="{FF2B5EF4-FFF2-40B4-BE49-F238E27FC236}">
                  <a16:creationId xmlns:a16="http://schemas.microsoft.com/office/drawing/2014/main" id="{DE1EF7BA-C262-4155-A769-69592B26C5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602" b="89930" l="8424" r="89860">
                          <a14:foregroundMark x1="34165" y1="36768" x2="24805" y2="58080"/>
                          <a14:foregroundMark x1="37910" y1="46370" x2="25897" y2="66511"/>
                          <a14:foregroundMark x1="33073" y1="38173" x2="38534" y2="55504"/>
                          <a14:foregroundMark x1="13729" y1="47541" x2="9560" y2="49963"/>
                          <a14:foregroundMark x1="31669" y1="38173" x2="21529" y2="54098"/>
                          <a14:backgroundMark x1="8424" y1="49415" x2="7956" y2="515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56" t="18611" r="49484" b="15556"/>
            <a:stretch/>
          </p:blipFill>
          <p:spPr>
            <a:xfrm>
              <a:off x="819150" y="1276350"/>
              <a:ext cx="4381500" cy="4514850"/>
            </a:xfrm>
            <a:prstGeom prst="rect">
              <a:avLst/>
            </a:prstGeom>
          </p:spPr>
        </p:pic>
      </p:grpSp>
      <p:pic>
        <p:nvPicPr>
          <p:cNvPr id="59" name="Picture 58" descr="A picture containing shape&#10;&#10;Description automatically generated">
            <a:extLst>
              <a:ext uri="{FF2B5EF4-FFF2-40B4-BE49-F238E27FC236}">
                <a16:creationId xmlns:a16="http://schemas.microsoft.com/office/drawing/2014/main" id="{D45AA17A-826B-4F01-BA6D-45187C85EB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19383" y1="19906" x2="19383" y2="19906"/>
                        <a14:backgroundMark x1="21441" y1="13115" x2="73413" y2="19438"/>
                        <a14:backgroundMark x1="83877" y1="16393" x2="72556" y2="16628"/>
                        <a14:backgroundMark x1="83190" y1="11944" x2="85935" y2="24356"/>
                        <a14:backgroundMark x1="90051" y1="79859" x2="8576" y2="82201"/>
                        <a14:backgroundMark x1="39966" y1="58080" x2="41852" y2="56674"/>
                        <a14:backgroundMark x1="39280" y1="52459" x2="40823" y2="52225"/>
                        <a14:backgroundMark x1="39280" y1="47073" x2="40309" y2="47307"/>
                        <a14:backgroundMark x1="41509" y1="47775" x2="41509" y2="47775"/>
                        <a14:backgroundMark x1="41338" y1="52225" x2="41681" y2="51991"/>
                        <a14:backgroundMark x1="41852" y1="62998" x2="42539" y2="62295"/>
                        <a14:backgroundMark x1="46141" y1="65574" x2="45969" y2="65340"/>
                        <a14:backgroundMark x1="50257" y1="63466" x2="50257" y2="63466"/>
                        <a14:backgroundMark x1="53345" y1="63934" x2="53688" y2="64637"/>
                        <a14:backgroundMark x1="56775" y1="61827" x2="57633" y2="61827"/>
                        <a14:backgroundMark x1="53002" y1="61124" x2="53002" y2="61124"/>
                        <a14:backgroundMark x1="60720" y1="58314" x2="62264" y2="59485"/>
                        <a14:backgroundMark x1="60034" y1="52693" x2="60720" y2="52693"/>
                        <a14:backgroundMark x1="37564" y1="40515" x2="40309" y2="42155"/>
                        <a14:backgroundMark x1="41166" y1="35363" x2="42539" y2="38173"/>
                        <a14:backgroundMark x1="45798" y1="33489" x2="46141" y2="34895"/>
                        <a14:backgroundMark x1="50086" y1="35129" x2="50257" y2="36300"/>
                        <a14:backgroundMark x1="55060" y1="31850" x2="53516" y2="36768"/>
                        <a14:backgroundMark x1="58662" y1="35831" x2="55575" y2="40515"/>
                        <a14:backgroundMark x1="62779" y1="39813" x2="60377" y2="42389"/>
                        <a14:backgroundMark x1="61407" y1="47541" x2="59177" y2="47775"/>
                        <a14:backgroundMark x1="13722" y1="25293" x2="17324" y2="35129"/>
                        <a14:backgroundMark x1="18696" y1="37237" x2="15952" y2="62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76" t="23409" r="30359" b="22575"/>
          <a:stretch/>
        </p:blipFill>
        <p:spPr>
          <a:xfrm>
            <a:off x="4182733" y="1578833"/>
            <a:ext cx="3733800" cy="371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FA0A05-D565-4E2A-83EC-A608EEEFB7D0}"/>
              </a:ext>
            </a:extLst>
          </p:cNvPr>
          <p:cNvSpPr/>
          <p:nvPr/>
        </p:nvSpPr>
        <p:spPr>
          <a:xfrm>
            <a:off x="-186204" y="1720850"/>
            <a:ext cx="13563600" cy="3416300"/>
          </a:xfrm>
          <a:prstGeom prst="rect">
            <a:avLst/>
          </a:prstGeom>
          <a:solidFill>
            <a:srgbClr val="290068"/>
          </a:solidFill>
          <a:ln>
            <a:solidFill>
              <a:srgbClr val="290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17" name="Picture 16" descr="A picture containing shape&#10;&#10;Description automatically generated">
            <a:extLst>
              <a:ext uri="{FF2B5EF4-FFF2-40B4-BE49-F238E27FC236}">
                <a16:creationId xmlns:a16="http://schemas.microsoft.com/office/drawing/2014/main" id="{AF5EBD43-4B96-4E13-A796-77D54D3C7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5338" y1="46410" x2="37406" y2="46923"/>
                        <a14:backgroundMark x1="34586" y1="54103" x2="39850" y2="52564"/>
                        <a14:backgroundMark x1="39850" y1="52564" x2="40602" y2="52564"/>
                        <a14:backgroundMark x1="37970" y1="47179" x2="40789" y2="47949"/>
                        <a14:backgroundMark x1="35150" y1="37692" x2="39850" y2="42051"/>
                        <a14:backgroundMark x1="38158" y1="30769" x2="42857" y2="38462"/>
                        <a14:backgroundMark x1="42293" y1="24872" x2="45865" y2="33077"/>
                        <a14:backgroundMark x1="45865" y1="33077" x2="46429" y2="35897"/>
                        <a14:backgroundMark x1="50376" y1="25641" x2="49812" y2="34615"/>
                        <a14:backgroundMark x1="47932" y1="24359" x2="48872" y2="25128"/>
                        <a14:backgroundMark x1="58459" y1="25385" x2="60902" y2="25641"/>
                        <a14:backgroundMark x1="55263" y1="30256" x2="54323" y2="33846"/>
                        <a14:backgroundMark x1="60714" y1="32564" x2="58271" y2="36923"/>
                        <a14:backgroundMark x1="62406" y1="40000" x2="68045" y2="35641"/>
                        <a14:backgroundMark x1="65977" y1="46154" x2="61466" y2="47179"/>
                        <a14:backgroundMark x1="67293" y1="54359" x2="62594" y2="53333"/>
                        <a14:backgroundMark x1="63158" y1="53333" x2="61090" y2="52564"/>
                        <a14:backgroundMark x1="64662" y1="61538" x2="60150" y2="57436"/>
                        <a14:backgroundMark x1="60150" y1="57436" x2="59586" y2="57436"/>
                        <a14:backgroundMark x1="56015" y1="25385" x2="55263" y2="25128"/>
                        <a14:backgroundMark x1="51316" y1="24103" x2="50000" y2="25897"/>
                        <a14:backgroundMark x1="60150" y1="41795" x2="60150" y2="42051"/>
                        <a14:backgroundMark x1="58083" y1="63077" x2="61466" y2="68205"/>
                        <a14:backgroundMark x1="53947" y1="64359" x2="55827" y2="72051"/>
                        <a14:backgroundMark x1="43233" y1="75641" x2="46241" y2="64872"/>
                        <a14:backgroundMark x1="49436" y1="75128" x2="49248" y2="75897"/>
                        <a14:backgroundMark x1="50564" y1="74872" x2="51316" y2="75641"/>
                        <a14:backgroundMark x1="48120" y1="76923" x2="46805" y2="76923"/>
                        <a14:backgroundMark x1="55451" y1="74615" x2="55075" y2="74872"/>
                        <a14:backgroundMark x1="44549" y1="74359" x2="45489" y2="76410"/>
                        <a14:backgroundMark x1="35150" y1="61282" x2="40789" y2="57692"/>
                        <a14:backgroundMark x1="38534" y1="68462" x2="42293" y2="625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762" y="-63333"/>
            <a:ext cx="9497336" cy="696233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920C764-C95B-4FA8-A036-5E1F3F7A4FB3}"/>
              </a:ext>
            </a:extLst>
          </p:cNvPr>
          <p:cNvSpPr/>
          <p:nvPr/>
        </p:nvSpPr>
        <p:spPr>
          <a:xfrm flipV="1">
            <a:off x="-186205" y="455371"/>
            <a:ext cx="15833069" cy="275771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ACE41E-FE3C-4D2D-843F-0E04C2C2F336}"/>
              </a:ext>
            </a:extLst>
          </p:cNvPr>
          <p:cNvSpPr/>
          <p:nvPr/>
        </p:nvSpPr>
        <p:spPr>
          <a:xfrm>
            <a:off x="-1209822" y="6077243"/>
            <a:ext cx="15404124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16998-A177-4B5C-92C1-F086B9DFEF44}"/>
              </a:ext>
            </a:extLst>
          </p:cNvPr>
          <p:cNvSpPr/>
          <p:nvPr/>
        </p:nvSpPr>
        <p:spPr>
          <a:xfrm>
            <a:off x="-2286000" y="-171743"/>
            <a:ext cx="17932865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A picture containing logo&#10;&#10;Description automatically generated">
            <a:extLst>
              <a:ext uri="{FF2B5EF4-FFF2-40B4-BE49-F238E27FC236}">
                <a16:creationId xmlns:a16="http://schemas.microsoft.com/office/drawing/2014/main" id="{4CBEF185-6370-4849-9DD9-657EC68490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90345" y1="30788" x2="97414" y2="28079"/>
                        <a14:backgroundMark x1="97414" y1="28079" x2="73966" y2="68473"/>
                        <a14:backgroundMark x1="73966" y1="68473" x2="73966" y2="70936"/>
                        <a14:backgroundMark x1="80172" y1="24877" x2="73966" y2="48768"/>
                        <a14:backgroundMark x1="73966" y1="48768" x2="71379" y2="95074"/>
                        <a14:backgroundMark x1="74310" y1="8621" x2="67759" y2="98276"/>
                        <a14:backgroundMark x1="30345" y1="14286" x2="34655" y2="98030"/>
                        <a14:backgroundMark x1="33448" y1="65764" x2="86207" y2="85714"/>
                        <a14:backgroundMark x1="86207" y1="85714" x2="86724" y2="85714"/>
                        <a14:backgroundMark x1="70345" y1="18719" x2="33621" y2="31281"/>
                        <a14:backgroundMark x1="45862" y1="41872" x2="45690" y2="44089"/>
                        <a14:backgroundMark x1="50862" y1="38670" x2="50862" y2="38670"/>
                        <a14:backgroundMark x1="51034" y1="38177" x2="50345" y2="38177"/>
                        <a14:backgroundMark x1="51207" y1="37192" x2="50172" y2="37438"/>
                        <a14:backgroundMark x1="58966" y1="56897" x2="58966" y2="58374"/>
                        <a14:backgroundMark x1="60862" y1="55419" x2="60172" y2="56650"/>
                        <a14:backgroundMark x1="59483" y1="57143" x2="58621" y2="59113"/>
                        <a14:backgroundMark x1="57759" y1="61576" x2="57414" y2="62315"/>
                        <a14:backgroundMark x1="57241" y1="61823" x2="56897" y2="62069"/>
                        <a14:backgroundMark x1="55690" y1="55172" x2="54655" y2="53448"/>
                        <a14:backgroundMark x1="60172" y1="56158" x2="61207" y2="54187"/>
                        <a14:backgroundMark x1="44655" y1="55419" x2="43276" y2="564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36" t="23047" r="30838" b="20066"/>
          <a:stretch/>
        </p:blipFill>
        <p:spPr>
          <a:xfrm rot="11112634" flipH="1">
            <a:off x="-2432913" y="2740726"/>
            <a:ext cx="1283397" cy="137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5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B47B64-B2C1-4380-A412-05E47C9807F9}"/>
              </a:ext>
            </a:extLst>
          </p:cNvPr>
          <p:cNvSpPr/>
          <p:nvPr/>
        </p:nvSpPr>
        <p:spPr>
          <a:xfrm>
            <a:off x="-1209822" y="6077243"/>
            <a:ext cx="15404124" cy="914400"/>
          </a:xfrm>
          <a:prstGeom prst="rect">
            <a:avLst/>
          </a:prstGeom>
          <a:solidFill>
            <a:srgbClr val="FFA42A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9CD2A-2E58-4D2A-8FA1-9C7EFEEAEC93}"/>
              </a:ext>
            </a:extLst>
          </p:cNvPr>
          <p:cNvSpPr/>
          <p:nvPr/>
        </p:nvSpPr>
        <p:spPr>
          <a:xfrm>
            <a:off x="-2286000" y="-171743"/>
            <a:ext cx="17932865" cy="914400"/>
          </a:xfrm>
          <a:prstGeom prst="rect">
            <a:avLst/>
          </a:prstGeom>
          <a:solidFill>
            <a:srgbClr val="FFA42A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F269F8-AAA4-4C12-8C6B-B742453CB33D}"/>
              </a:ext>
            </a:extLst>
          </p:cNvPr>
          <p:cNvSpPr/>
          <p:nvPr/>
        </p:nvSpPr>
        <p:spPr>
          <a:xfrm>
            <a:off x="-1209822" y="1460091"/>
            <a:ext cx="14587218" cy="3936283"/>
          </a:xfrm>
          <a:prstGeom prst="rect">
            <a:avLst/>
          </a:prstGeom>
          <a:solidFill>
            <a:srgbClr val="2F0167"/>
          </a:solidFill>
          <a:ln>
            <a:solidFill>
              <a:srgbClr val="2F01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:a16="http://schemas.microsoft.com/office/drawing/2014/main" id="{BECC1726-E903-4B6D-AFEA-9D9008D51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5338" y1="46410" x2="37406" y2="46923"/>
                        <a14:backgroundMark x1="34586" y1="54103" x2="39850" y2="52564"/>
                        <a14:backgroundMark x1="39850" y1="52564" x2="40602" y2="52564"/>
                        <a14:backgroundMark x1="37970" y1="47179" x2="40789" y2="47949"/>
                        <a14:backgroundMark x1="35150" y1="37692" x2="39850" y2="42051"/>
                        <a14:backgroundMark x1="38158" y1="30769" x2="42857" y2="38462"/>
                        <a14:backgroundMark x1="42293" y1="24872" x2="45865" y2="33077"/>
                        <a14:backgroundMark x1="45865" y1="33077" x2="46429" y2="35897"/>
                        <a14:backgroundMark x1="50376" y1="25641" x2="49812" y2="34615"/>
                        <a14:backgroundMark x1="47932" y1="24359" x2="48872" y2="25128"/>
                        <a14:backgroundMark x1="58459" y1="25385" x2="60902" y2="25641"/>
                        <a14:backgroundMark x1="55263" y1="30256" x2="54323" y2="33846"/>
                        <a14:backgroundMark x1="60714" y1="32564" x2="58271" y2="36923"/>
                        <a14:backgroundMark x1="62406" y1="40000" x2="68045" y2="35641"/>
                        <a14:backgroundMark x1="65977" y1="46154" x2="61466" y2="47179"/>
                        <a14:backgroundMark x1="67293" y1="54359" x2="62594" y2="53333"/>
                        <a14:backgroundMark x1="63158" y1="53333" x2="61090" y2="52564"/>
                        <a14:backgroundMark x1="64662" y1="61538" x2="60150" y2="57436"/>
                        <a14:backgroundMark x1="60150" y1="57436" x2="59586" y2="57436"/>
                        <a14:backgroundMark x1="56015" y1="25385" x2="55263" y2="25128"/>
                        <a14:backgroundMark x1="51316" y1="24103" x2="50000" y2="25897"/>
                        <a14:backgroundMark x1="60150" y1="41795" x2="60150" y2="42051"/>
                        <a14:backgroundMark x1="58083" y1="63077" x2="61466" y2="68205"/>
                        <a14:backgroundMark x1="53947" y1="64359" x2="55827" y2="72051"/>
                        <a14:backgroundMark x1="43233" y1="75641" x2="46241" y2="64872"/>
                        <a14:backgroundMark x1="49436" y1="75128" x2="49248" y2="75897"/>
                        <a14:backgroundMark x1="50564" y1="74872" x2="51316" y2="75641"/>
                        <a14:backgroundMark x1="48120" y1="76923" x2="46805" y2="76923"/>
                        <a14:backgroundMark x1="55451" y1="74615" x2="55075" y2="74872"/>
                        <a14:backgroundMark x1="44549" y1="74359" x2="45489" y2="76410"/>
                        <a14:backgroundMark x1="35150" y1="61282" x2="40789" y2="57692"/>
                        <a14:backgroundMark x1="38534" y1="68462" x2="42293" y2="625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20132">
            <a:off x="11710627" y="-52935"/>
            <a:ext cx="9497336" cy="6962333"/>
          </a:xfrm>
          <a:prstGeom prst="rect">
            <a:avLst/>
          </a:prstGeom>
        </p:spPr>
      </p:pic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75CB03A-F23F-4942-960C-BDB497C78C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90345" y1="30788" x2="97414" y2="28079"/>
                        <a14:backgroundMark x1="97414" y1="28079" x2="73966" y2="68473"/>
                        <a14:backgroundMark x1="73966" y1="68473" x2="73966" y2="70936"/>
                        <a14:backgroundMark x1="80172" y1="24877" x2="73966" y2="48768"/>
                        <a14:backgroundMark x1="73966" y1="48768" x2="71379" y2="95074"/>
                        <a14:backgroundMark x1="74310" y1="8621" x2="67759" y2="98276"/>
                        <a14:backgroundMark x1="30345" y1="14286" x2="34655" y2="98030"/>
                        <a14:backgroundMark x1="33448" y1="65764" x2="86207" y2="85714"/>
                        <a14:backgroundMark x1="86207" y1="85714" x2="86724" y2="85714"/>
                        <a14:backgroundMark x1="70345" y1="18719" x2="33621" y2="31281"/>
                        <a14:backgroundMark x1="45862" y1="41872" x2="45690" y2="44089"/>
                        <a14:backgroundMark x1="50862" y1="38670" x2="50862" y2="38670"/>
                        <a14:backgroundMark x1="51034" y1="38177" x2="50345" y2="38177"/>
                        <a14:backgroundMark x1="51207" y1="37192" x2="50172" y2="37438"/>
                        <a14:backgroundMark x1="58966" y1="56897" x2="58966" y2="58374"/>
                        <a14:backgroundMark x1="60862" y1="55419" x2="60172" y2="56650"/>
                        <a14:backgroundMark x1="59483" y1="57143" x2="58621" y2="59113"/>
                        <a14:backgroundMark x1="57759" y1="61576" x2="57414" y2="62315"/>
                        <a14:backgroundMark x1="57241" y1="61823" x2="56897" y2="62069"/>
                        <a14:backgroundMark x1="55690" y1="55172" x2="54655" y2="53448"/>
                        <a14:backgroundMark x1="60172" y1="56158" x2="61207" y2="54187"/>
                        <a14:backgroundMark x1="44655" y1="55419" x2="43276" y2="564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36" t="23047" r="30838" b="20066"/>
          <a:stretch/>
        </p:blipFill>
        <p:spPr>
          <a:xfrm>
            <a:off x="4336026" y="1563329"/>
            <a:ext cx="3657600" cy="392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51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04AD9C-30AD-4B64-99A7-BD611488B815}"/>
              </a:ext>
            </a:extLst>
          </p:cNvPr>
          <p:cNvSpPr/>
          <p:nvPr/>
        </p:nvSpPr>
        <p:spPr>
          <a:xfrm>
            <a:off x="-186204" y="1720850"/>
            <a:ext cx="13563600" cy="3416300"/>
          </a:xfrm>
          <a:prstGeom prst="rect">
            <a:avLst/>
          </a:prstGeom>
          <a:solidFill>
            <a:srgbClr val="290068"/>
          </a:solidFill>
          <a:ln>
            <a:solidFill>
              <a:srgbClr val="290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E04B48D3-EFB9-4748-BDA3-7D16B249F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5338" y1="46410" x2="37406" y2="46923"/>
                        <a14:backgroundMark x1="34586" y1="54103" x2="39850" y2="52564"/>
                        <a14:backgroundMark x1="39850" y1="52564" x2="40602" y2="52564"/>
                        <a14:backgroundMark x1="37970" y1="47179" x2="40789" y2="47949"/>
                        <a14:backgroundMark x1="35150" y1="37692" x2="39850" y2="42051"/>
                        <a14:backgroundMark x1="38158" y1="30769" x2="42857" y2="38462"/>
                        <a14:backgroundMark x1="42293" y1="24872" x2="45865" y2="33077"/>
                        <a14:backgroundMark x1="45865" y1="33077" x2="46429" y2="35897"/>
                        <a14:backgroundMark x1="50376" y1="25641" x2="49812" y2="34615"/>
                        <a14:backgroundMark x1="47932" y1="24359" x2="48872" y2="25128"/>
                        <a14:backgroundMark x1="58459" y1="25385" x2="60902" y2="25641"/>
                        <a14:backgroundMark x1="55263" y1="30256" x2="54323" y2="33846"/>
                        <a14:backgroundMark x1="60714" y1="32564" x2="58271" y2="36923"/>
                        <a14:backgroundMark x1="62406" y1="40000" x2="68045" y2="35641"/>
                        <a14:backgroundMark x1="65977" y1="46154" x2="61466" y2="47179"/>
                        <a14:backgroundMark x1="67293" y1="54359" x2="62594" y2="53333"/>
                        <a14:backgroundMark x1="63158" y1="53333" x2="61090" y2="52564"/>
                        <a14:backgroundMark x1="64662" y1="61538" x2="60150" y2="57436"/>
                        <a14:backgroundMark x1="60150" y1="57436" x2="59586" y2="57436"/>
                        <a14:backgroundMark x1="56015" y1="25385" x2="55263" y2="25128"/>
                        <a14:backgroundMark x1="51316" y1="24103" x2="50000" y2="25897"/>
                        <a14:backgroundMark x1="60150" y1="41795" x2="60150" y2="42051"/>
                        <a14:backgroundMark x1="58083" y1="63077" x2="61466" y2="68205"/>
                        <a14:backgroundMark x1="53947" y1="64359" x2="55827" y2="72051"/>
                        <a14:backgroundMark x1="43233" y1="75641" x2="46241" y2="64872"/>
                        <a14:backgroundMark x1="49436" y1="75128" x2="49248" y2="75897"/>
                        <a14:backgroundMark x1="50564" y1="74872" x2="51316" y2="75641"/>
                        <a14:backgroundMark x1="48120" y1="76923" x2="46805" y2="76923"/>
                        <a14:backgroundMark x1="55451" y1="74615" x2="55075" y2="74872"/>
                        <a14:backgroundMark x1="44549" y1="74359" x2="45489" y2="76410"/>
                        <a14:backgroundMark x1="35150" y1="61282" x2="40789" y2="57692"/>
                        <a14:backgroundMark x1="38534" y1="68462" x2="42293" y2="625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762" y="-63333"/>
            <a:ext cx="9497336" cy="696233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5A905D-8B7E-4B95-BAE8-214727F4CB49}"/>
              </a:ext>
            </a:extLst>
          </p:cNvPr>
          <p:cNvSpPr/>
          <p:nvPr/>
        </p:nvSpPr>
        <p:spPr>
          <a:xfrm flipV="1">
            <a:off x="-186205" y="455371"/>
            <a:ext cx="15833069" cy="275771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14A72A-8FA7-46F8-A244-A90145F4F348}"/>
              </a:ext>
            </a:extLst>
          </p:cNvPr>
          <p:cNvSpPr/>
          <p:nvPr/>
        </p:nvSpPr>
        <p:spPr>
          <a:xfrm>
            <a:off x="-1209822" y="6077243"/>
            <a:ext cx="15404124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110F26-1342-4A9C-ADF3-AA968144E431}"/>
              </a:ext>
            </a:extLst>
          </p:cNvPr>
          <p:cNvSpPr/>
          <p:nvPr/>
        </p:nvSpPr>
        <p:spPr>
          <a:xfrm>
            <a:off x="-2286000" y="-171743"/>
            <a:ext cx="17932865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icture containing logo&#10;&#10;Description automatically generated">
            <a:extLst>
              <a:ext uri="{FF2B5EF4-FFF2-40B4-BE49-F238E27FC236}">
                <a16:creationId xmlns:a16="http://schemas.microsoft.com/office/drawing/2014/main" id="{5FB0C655-7D04-4520-9CF6-4364A15BAB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90345" y1="30788" x2="97414" y2="28079"/>
                        <a14:backgroundMark x1="97414" y1="28079" x2="73966" y2="68473"/>
                        <a14:backgroundMark x1="73966" y1="68473" x2="73966" y2="70936"/>
                        <a14:backgroundMark x1="80172" y1="24877" x2="73966" y2="48768"/>
                        <a14:backgroundMark x1="73966" y1="48768" x2="71379" y2="95074"/>
                        <a14:backgroundMark x1="74310" y1="8621" x2="67759" y2="98276"/>
                        <a14:backgroundMark x1="30345" y1="14286" x2="34655" y2="98030"/>
                        <a14:backgroundMark x1="33448" y1="65764" x2="86207" y2="85714"/>
                        <a14:backgroundMark x1="86207" y1="85714" x2="86724" y2="85714"/>
                        <a14:backgroundMark x1="70345" y1="18719" x2="33621" y2="31281"/>
                        <a14:backgroundMark x1="45862" y1="41872" x2="45690" y2="44089"/>
                        <a14:backgroundMark x1="50862" y1="38670" x2="50862" y2="38670"/>
                        <a14:backgroundMark x1="51034" y1="38177" x2="50345" y2="38177"/>
                        <a14:backgroundMark x1="51207" y1="37192" x2="50172" y2="37438"/>
                        <a14:backgroundMark x1="58966" y1="56897" x2="58966" y2="58374"/>
                        <a14:backgroundMark x1="60862" y1="55419" x2="60172" y2="56650"/>
                        <a14:backgroundMark x1="59483" y1="57143" x2="58621" y2="59113"/>
                        <a14:backgroundMark x1="57759" y1="61576" x2="57414" y2="62315"/>
                        <a14:backgroundMark x1="57241" y1="61823" x2="56897" y2="62069"/>
                        <a14:backgroundMark x1="55690" y1="55172" x2="54655" y2="53448"/>
                        <a14:backgroundMark x1="60172" y1="56158" x2="61207" y2="54187"/>
                        <a14:backgroundMark x1="44655" y1="55419" x2="43276" y2="564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36" t="23047" r="30838" b="20066"/>
          <a:stretch/>
        </p:blipFill>
        <p:spPr>
          <a:xfrm rot="11112634" flipH="1">
            <a:off x="-2432913" y="2740726"/>
            <a:ext cx="1283397" cy="137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58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DBA6DD-4F7D-4BE8-8560-55BF8E68A0C7}"/>
              </a:ext>
            </a:extLst>
          </p:cNvPr>
          <p:cNvSpPr/>
          <p:nvPr/>
        </p:nvSpPr>
        <p:spPr>
          <a:xfrm flipV="1">
            <a:off x="-186205" y="455371"/>
            <a:ext cx="15833069" cy="275771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105BCA-3587-4878-B1DC-F6A867C1408E}"/>
              </a:ext>
            </a:extLst>
          </p:cNvPr>
          <p:cNvSpPr/>
          <p:nvPr/>
        </p:nvSpPr>
        <p:spPr>
          <a:xfrm>
            <a:off x="-1209822" y="6077243"/>
            <a:ext cx="15404124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2ECFD7-624E-4767-B019-689743CD6EBF}"/>
              </a:ext>
            </a:extLst>
          </p:cNvPr>
          <p:cNvSpPr/>
          <p:nvPr/>
        </p:nvSpPr>
        <p:spPr>
          <a:xfrm>
            <a:off x="-186204" y="1720850"/>
            <a:ext cx="13563600" cy="3416300"/>
          </a:xfrm>
          <a:prstGeom prst="rect">
            <a:avLst/>
          </a:prstGeom>
          <a:solidFill>
            <a:srgbClr val="290068"/>
          </a:solidFill>
          <a:ln>
            <a:solidFill>
              <a:srgbClr val="290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5" name="Picture 4" descr="A picture containing rectangle&#10;&#10;Description automatically generated">
            <a:extLst>
              <a:ext uri="{FF2B5EF4-FFF2-40B4-BE49-F238E27FC236}">
                <a16:creationId xmlns:a16="http://schemas.microsoft.com/office/drawing/2014/main" id="{49224191-2B5C-4609-9CE8-EE3ECF438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14474" y1="18974" x2="19549" y2="24615"/>
                        <a14:backgroundMark x1="19549" y1="24615" x2="29887" y2="28205"/>
                        <a14:backgroundMark x1="29887" y1="28205" x2="32143" y2="26410"/>
                        <a14:backgroundMark x1="32707" y1="18462" x2="58083" y2="14872"/>
                        <a14:backgroundMark x1="58083" y1="14872" x2="63346" y2="17692"/>
                        <a14:backgroundMark x1="63346" y1="17692" x2="67857" y2="23333"/>
                        <a14:backgroundMark x1="67857" y1="23333" x2="68797" y2="26667"/>
                        <a14:backgroundMark x1="41353" y1="74872" x2="41353" y2="74872"/>
                        <a14:backgroundMark x1="44361" y1="75128" x2="44549" y2="723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45" y="5267"/>
            <a:ext cx="9350478" cy="685467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87A8C89-EA30-40ED-B291-9E26615F8B64}"/>
              </a:ext>
            </a:extLst>
          </p:cNvPr>
          <p:cNvSpPr/>
          <p:nvPr/>
        </p:nvSpPr>
        <p:spPr>
          <a:xfrm>
            <a:off x="-2492768" y="-183258"/>
            <a:ext cx="17932865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logo&#10;&#10;Description automatically generated">
            <a:extLst>
              <a:ext uri="{FF2B5EF4-FFF2-40B4-BE49-F238E27FC236}">
                <a16:creationId xmlns:a16="http://schemas.microsoft.com/office/drawing/2014/main" id="{8AA29D02-91D0-46DB-97A7-19BE21DDA2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90345" y1="30788" x2="97414" y2="28079"/>
                        <a14:backgroundMark x1="97414" y1="28079" x2="73966" y2="68473"/>
                        <a14:backgroundMark x1="73966" y1="68473" x2="73966" y2="70936"/>
                        <a14:backgroundMark x1="80172" y1="24877" x2="73966" y2="48768"/>
                        <a14:backgroundMark x1="73966" y1="48768" x2="71379" y2="95074"/>
                        <a14:backgroundMark x1="74310" y1="8621" x2="67759" y2="98276"/>
                        <a14:backgroundMark x1="30345" y1="14286" x2="34655" y2="98030"/>
                        <a14:backgroundMark x1="33448" y1="65764" x2="86207" y2="85714"/>
                        <a14:backgroundMark x1="86207" y1="85714" x2="86724" y2="85714"/>
                        <a14:backgroundMark x1="70345" y1="18719" x2="33621" y2="31281"/>
                        <a14:backgroundMark x1="45862" y1="41872" x2="45690" y2="44089"/>
                        <a14:backgroundMark x1="50862" y1="38670" x2="50862" y2="38670"/>
                        <a14:backgroundMark x1="51034" y1="38177" x2="50345" y2="38177"/>
                        <a14:backgroundMark x1="51207" y1="37192" x2="50172" y2="37438"/>
                        <a14:backgroundMark x1="58966" y1="56897" x2="58966" y2="58374"/>
                        <a14:backgroundMark x1="60862" y1="55419" x2="60172" y2="56650"/>
                        <a14:backgroundMark x1="59483" y1="57143" x2="58621" y2="59113"/>
                        <a14:backgroundMark x1="57759" y1="61576" x2="57414" y2="62315"/>
                        <a14:backgroundMark x1="57241" y1="61823" x2="56897" y2="62069"/>
                        <a14:backgroundMark x1="55690" y1="55172" x2="54655" y2="53448"/>
                        <a14:backgroundMark x1="60172" y1="56158" x2="61207" y2="54187"/>
                        <a14:backgroundMark x1="44655" y1="55419" x2="43276" y2="564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036" t="23047" r="30838" b="20066"/>
          <a:stretch/>
        </p:blipFill>
        <p:spPr>
          <a:xfrm rot="11112634" flipH="1">
            <a:off x="-2432913" y="2740726"/>
            <a:ext cx="1283397" cy="137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36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056247-7104-4E24-8E22-29E5F658E258}"/>
              </a:ext>
            </a:extLst>
          </p:cNvPr>
          <p:cNvSpPr/>
          <p:nvPr/>
        </p:nvSpPr>
        <p:spPr>
          <a:xfrm>
            <a:off x="-1209822" y="3429000"/>
            <a:ext cx="15404124" cy="3562643"/>
          </a:xfrm>
          <a:prstGeom prst="rect">
            <a:avLst/>
          </a:prstGeom>
          <a:solidFill>
            <a:srgbClr val="FBE20A"/>
          </a:solidFill>
          <a:ln>
            <a:solidFill>
              <a:srgbClr val="FBE2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E1C1EB-9221-4635-BB55-A1C4C517549C}"/>
              </a:ext>
            </a:extLst>
          </p:cNvPr>
          <p:cNvSpPr/>
          <p:nvPr/>
        </p:nvSpPr>
        <p:spPr>
          <a:xfrm>
            <a:off x="-685801" y="0"/>
            <a:ext cx="13563600" cy="3416300"/>
          </a:xfrm>
          <a:prstGeom prst="rect">
            <a:avLst/>
          </a:prstGeom>
          <a:solidFill>
            <a:srgbClr val="0D67CF"/>
          </a:solidFill>
          <a:ln>
            <a:solidFill>
              <a:srgbClr val="0D67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039AA-0ED8-4F35-8F0C-0F73C5DA2B12}"/>
              </a:ext>
            </a:extLst>
          </p:cNvPr>
          <p:cNvSpPr/>
          <p:nvPr/>
        </p:nvSpPr>
        <p:spPr>
          <a:xfrm>
            <a:off x="-2385703" y="-914400"/>
            <a:ext cx="17932865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rectangle&#10;&#10;Description automatically generated">
            <a:extLst>
              <a:ext uri="{FF2B5EF4-FFF2-40B4-BE49-F238E27FC236}">
                <a16:creationId xmlns:a16="http://schemas.microsoft.com/office/drawing/2014/main" id="{7BE9A497-8C55-43AC-BD8D-0C539935C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14474" y1="18974" x2="19549" y2="24615"/>
                        <a14:backgroundMark x1="19549" y1="24615" x2="29887" y2="28205"/>
                        <a14:backgroundMark x1="29887" y1="28205" x2="32143" y2="26410"/>
                        <a14:backgroundMark x1="32707" y1="18462" x2="58083" y2="14872"/>
                        <a14:backgroundMark x1="58083" y1="14872" x2="63346" y2="17692"/>
                        <a14:backgroundMark x1="63346" y1="17692" x2="67857" y2="23333"/>
                        <a14:backgroundMark x1="67857" y1="23333" x2="68797" y2="26667"/>
                        <a14:backgroundMark x1="41353" y1="74872" x2="41353" y2="74872"/>
                        <a14:backgroundMark x1="44361" y1="75128" x2="44549" y2="723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42499">
            <a:off x="13598013" y="-11037"/>
            <a:ext cx="9350478" cy="685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64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787AB5-4D36-4CD2-87DA-70BDCCCA1552}"/>
              </a:ext>
            </a:extLst>
          </p:cNvPr>
          <p:cNvSpPr/>
          <p:nvPr/>
        </p:nvSpPr>
        <p:spPr>
          <a:xfrm>
            <a:off x="-1209822" y="3429000"/>
            <a:ext cx="15404124" cy="3562643"/>
          </a:xfrm>
          <a:prstGeom prst="rect">
            <a:avLst/>
          </a:prstGeom>
          <a:solidFill>
            <a:srgbClr val="FBE20A"/>
          </a:solidFill>
          <a:ln>
            <a:solidFill>
              <a:srgbClr val="FBE2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C4ADBB-73F1-4629-BD05-C31E11E2703A}"/>
              </a:ext>
            </a:extLst>
          </p:cNvPr>
          <p:cNvSpPr/>
          <p:nvPr/>
        </p:nvSpPr>
        <p:spPr>
          <a:xfrm>
            <a:off x="-685801" y="0"/>
            <a:ext cx="13563600" cy="3416300"/>
          </a:xfrm>
          <a:prstGeom prst="rect">
            <a:avLst/>
          </a:prstGeom>
          <a:solidFill>
            <a:srgbClr val="0D67CF"/>
          </a:solidFill>
          <a:ln>
            <a:solidFill>
              <a:srgbClr val="0D67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6" name="Picture 5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C0A3CFBB-B8DB-4EC4-A2FE-0E07F56E8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85532" y="-671236"/>
            <a:ext cx="11220936" cy="822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28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86536F-F650-4B2D-A2EF-1329338EF8D4}"/>
              </a:ext>
            </a:extLst>
          </p:cNvPr>
          <p:cNvSpPr/>
          <p:nvPr/>
        </p:nvSpPr>
        <p:spPr>
          <a:xfrm>
            <a:off x="-1209822" y="3429000"/>
            <a:ext cx="15404124" cy="3562643"/>
          </a:xfrm>
          <a:prstGeom prst="rect">
            <a:avLst/>
          </a:prstGeom>
          <a:solidFill>
            <a:srgbClr val="FBE20A"/>
          </a:solidFill>
          <a:ln>
            <a:solidFill>
              <a:srgbClr val="FBE2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B1720-3630-4BE4-AACF-8864B40F174B}"/>
              </a:ext>
            </a:extLst>
          </p:cNvPr>
          <p:cNvSpPr/>
          <p:nvPr/>
        </p:nvSpPr>
        <p:spPr>
          <a:xfrm>
            <a:off x="-685801" y="0"/>
            <a:ext cx="13563600" cy="3416300"/>
          </a:xfrm>
          <a:prstGeom prst="rect">
            <a:avLst/>
          </a:prstGeom>
          <a:solidFill>
            <a:srgbClr val="0D67CF"/>
          </a:solidFill>
          <a:ln>
            <a:solidFill>
              <a:srgbClr val="0D67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7" name="Picture 6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B2221BC2-F1DD-40DD-9890-066575EF3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31" y="-671236"/>
            <a:ext cx="11220936" cy="82258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F5A247F-82CA-4BD7-8A90-F67B0D1D5345}"/>
              </a:ext>
            </a:extLst>
          </p:cNvPr>
          <p:cNvSpPr/>
          <p:nvPr/>
        </p:nvSpPr>
        <p:spPr>
          <a:xfrm>
            <a:off x="-2385703" y="-914400"/>
            <a:ext cx="17932865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73995F78-C6EA-4F51-B342-9106D6B88E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316" t="21853" r="24725" b="19398"/>
          <a:stretch/>
        </p:blipFill>
        <p:spPr>
          <a:xfrm rot="4929539">
            <a:off x="-5818934" y="1428749"/>
            <a:ext cx="45910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82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EF80A3-F7FA-4060-831B-3850F0785C07}"/>
              </a:ext>
            </a:extLst>
          </p:cNvPr>
          <p:cNvSpPr/>
          <p:nvPr/>
        </p:nvSpPr>
        <p:spPr>
          <a:xfrm>
            <a:off x="-1209822" y="6077243"/>
            <a:ext cx="15404124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6DF8DD-D2DC-4136-9643-CDDA18D17C80}"/>
              </a:ext>
            </a:extLst>
          </p:cNvPr>
          <p:cNvSpPr/>
          <p:nvPr/>
        </p:nvSpPr>
        <p:spPr>
          <a:xfrm>
            <a:off x="-186204" y="1720850"/>
            <a:ext cx="13563600" cy="3416300"/>
          </a:xfrm>
          <a:prstGeom prst="rect">
            <a:avLst/>
          </a:prstGeom>
          <a:solidFill>
            <a:srgbClr val="290068"/>
          </a:solidFill>
          <a:ln>
            <a:solidFill>
              <a:srgbClr val="290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35B3F5-1F87-48DC-92DB-319962C91A0A}"/>
              </a:ext>
            </a:extLst>
          </p:cNvPr>
          <p:cNvSpPr/>
          <p:nvPr/>
        </p:nvSpPr>
        <p:spPr>
          <a:xfrm>
            <a:off x="-2492768" y="-183258"/>
            <a:ext cx="17932865" cy="914400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ABE10FF2-9D2B-4F3C-B7F7-11EE5EF2B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281358" y="-683938"/>
            <a:ext cx="11220936" cy="8225873"/>
          </a:xfrm>
          <a:prstGeom prst="rect">
            <a:avLst/>
          </a:prstGeom>
        </p:spPr>
      </p:pic>
      <p:pic>
        <p:nvPicPr>
          <p:cNvPr id="17" name="Picture 16" descr="Shape, rectangle&#10;&#10;Description automatically generated">
            <a:extLst>
              <a:ext uri="{FF2B5EF4-FFF2-40B4-BE49-F238E27FC236}">
                <a16:creationId xmlns:a16="http://schemas.microsoft.com/office/drawing/2014/main" id="{FC320BC6-FCC4-4CA7-9B9C-5B18B1F922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316" t="21853" r="24725" b="19398"/>
          <a:stretch/>
        </p:blipFill>
        <p:spPr>
          <a:xfrm>
            <a:off x="3886200" y="1485900"/>
            <a:ext cx="45910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86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400" advTm="0">
        <p159:morph option="byObject"/>
      </p:transition>
    </mc:Choice>
    <mc:Fallback>
      <p:transition spd="slow" advTm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Mama Bhing</dc:creator>
  <cp:lastModifiedBy>Mama Bhing</cp:lastModifiedBy>
  <cp:revision>1</cp:revision>
  <dcterms:created xsi:type="dcterms:W3CDTF">2022-06-15T08:05:09Z</dcterms:created>
  <dcterms:modified xsi:type="dcterms:W3CDTF">2022-06-15T09:49:36Z</dcterms:modified>
</cp:coreProperties>
</file>